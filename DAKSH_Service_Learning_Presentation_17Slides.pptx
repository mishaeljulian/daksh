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3" r:id="rId17"/>
    <p:sldId id="274" r:id="rId18"/>
    <p:sldId id="272" r:id="rId19"/>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64024C-F4D0-4522-A294-68213CC7043B}" v="3" dt="2026-09-10T18:43:29.25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4660"/>
  </p:normalViewPr>
  <p:slideViewPr>
    <p:cSldViewPr>
      <p:cViewPr varScale="1">
        <p:scale>
          <a:sx n="74" d="100"/>
          <a:sy n="74" d="100"/>
        </p:scale>
        <p:origin x="1608"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ael Julian" userId="9deeb756e411964c" providerId="LiveId" clId="{B9A5FECB-1042-4CBE-B163-58C565DFD1D6}"/>
    <pc:docChg chg="undo custSel addSld delSld modSld">
      <pc:chgData name="Mishael Julian" userId="9deeb756e411964c" providerId="LiveId" clId="{B9A5FECB-1042-4CBE-B163-58C565DFD1D6}" dt="2026-09-10T18:57:33.760" v="100" actId="2711"/>
      <pc:docMkLst>
        <pc:docMk/>
      </pc:docMkLst>
      <pc:sldChg chg="modSp mod">
        <pc:chgData name="Mishael Julian" userId="9deeb756e411964c" providerId="LiveId" clId="{B9A5FECB-1042-4CBE-B163-58C565DFD1D6}" dt="2026-09-10T18:54:34.697" v="82" actId="14100"/>
        <pc:sldMkLst>
          <pc:docMk/>
          <pc:sldMk cId="0" sldId="256"/>
        </pc:sldMkLst>
        <pc:spChg chg="mod">
          <ac:chgData name="Mishael Julian" userId="9deeb756e411964c" providerId="LiveId" clId="{B9A5FECB-1042-4CBE-B163-58C565DFD1D6}" dt="2026-09-10T18:54:02.989" v="78" actId="2711"/>
          <ac:spMkLst>
            <pc:docMk/>
            <pc:sldMk cId="0" sldId="256"/>
            <ac:spMk id="2" creationId="{00000000-0000-0000-0000-000000000000}"/>
          </ac:spMkLst>
        </pc:spChg>
        <pc:spChg chg="mod">
          <ac:chgData name="Mishael Julian" userId="9deeb756e411964c" providerId="LiveId" clId="{B9A5FECB-1042-4CBE-B163-58C565DFD1D6}" dt="2026-09-10T18:54:02.989" v="78" actId="2711"/>
          <ac:spMkLst>
            <pc:docMk/>
            <pc:sldMk cId="0" sldId="256"/>
            <ac:spMk id="3" creationId="{00000000-0000-0000-0000-000000000000}"/>
          </ac:spMkLst>
        </pc:spChg>
        <pc:spChg chg="mod">
          <ac:chgData name="Mishael Julian" userId="9deeb756e411964c" providerId="LiveId" clId="{B9A5FECB-1042-4CBE-B163-58C565DFD1D6}" dt="2026-09-10T18:54:02.989" v="78" actId="2711"/>
          <ac:spMkLst>
            <pc:docMk/>
            <pc:sldMk cId="0" sldId="256"/>
            <ac:spMk id="4" creationId="{00000000-0000-0000-0000-000000000000}"/>
          </ac:spMkLst>
        </pc:spChg>
        <pc:spChg chg="mod">
          <ac:chgData name="Mishael Julian" userId="9deeb756e411964c" providerId="LiveId" clId="{B9A5FECB-1042-4CBE-B163-58C565DFD1D6}" dt="2026-09-10T18:54:02.989" v="78" actId="2711"/>
          <ac:spMkLst>
            <pc:docMk/>
            <pc:sldMk cId="0" sldId="256"/>
            <ac:spMk id="6" creationId="{00000000-0000-0000-0000-000000000000}"/>
          </ac:spMkLst>
        </pc:spChg>
        <pc:spChg chg="mod">
          <ac:chgData name="Mishael Julian" userId="9deeb756e411964c" providerId="LiveId" clId="{B9A5FECB-1042-4CBE-B163-58C565DFD1D6}" dt="2026-09-10T18:54:02.989" v="78" actId="2711"/>
          <ac:spMkLst>
            <pc:docMk/>
            <pc:sldMk cId="0" sldId="256"/>
            <ac:spMk id="7" creationId="{00000000-0000-0000-0000-000000000000}"/>
          </ac:spMkLst>
        </pc:spChg>
        <pc:spChg chg="mod">
          <ac:chgData name="Mishael Julian" userId="9deeb756e411964c" providerId="LiveId" clId="{B9A5FECB-1042-4CBE-B163-58C565DFD1D6}" dt="2026-09-10T18:54:02.989" v="78" actId="2711"/>
          <ac:spMkLst>
            <pc:docMk/>
            <pc:sldMk cId="0" sldId="256"/>
            <ac:spMk id="8" creationId="{00000000-0000-0000-0000-000000000000}"/>
          </ac:spMkLst>
        </pc:spChg>
        <pc:spChg chg="mod">
          <ac:chgData name="Mishael Julian" userId="9deeb756e411964c" providerId="LiveId" clId="{B9A5FECB-1042-4CBE-B163-58C565DFD1D6}" dt="2026-09-10T18:54:34.697" v="82" actId="14100"/>
          <ac:spMkLst>
            <pc:docMk/>
            <pc:sldMk cId="0" sldId="256"/>
            <ac:spMk id="9" creationId="{00000000-0000-0000-0000-000000000000}"/>
          </ac:spMkLst>
        </pc:spChg>
      </pc:sldChg>
      <pc:sldChg chg="modSp mod">
        <pc:chgData name="Mishael Julian" userId="9deeb756e411964c" providerId="LiveId" clId="{B9A5FECB-1042-4CBE-B163-58C565DFD1D6}" dt="2026-09-10T18:54:50.696" v="83" actId="2711"/>
        <pc:sldMkLst>
          <pc:docMk/>
          <pc:sldMk cId="0" sldId="257"/>
        </pc:sldMkLst>
        <pc:spChg chg="mod">
          <ac:chgData name="Mishael Julian" userId="9deeb756e411964c" providerId="LiveId" clId="{B9A5FECB-1042-4CBE-B163-58C565DFD1D6}" dt="2026-09-10T18:54:50.696" v="83" actId="2711"/>
          <ac:spMkLst>
            <pc:docMk/>
            <pc:sldMk cId="0" sldId="257"/>
            <ac:spMk id="2" creationId="{00000000-0000-0000-0000-000000000000}"/>
          </ac:spMkLst>
        </pc:spChg>
        <pc:spChg chg="mod">
          <ac:chgData name="Mishael Julian" userId="9deeb756e411964c" providerId="LiveId" clId="{B9A5FECB-1042-4CBE-B163-58C565DFD1D6}" dt="2026-09-10T18:54:50.696" v="83" actId="2711"/>
          <ac:spMkLst>
            <pc:docMk/>
            <pc:sldMk cId="0" sldId="257"/>
            <ac:spMk id="3" creationId="{00000000-0000-0000-0000-000000000000}"/>
          </ac:spMkLst>
        </pc:spChg>
        <pc:spChg chg="mod">
          <ac:chgData name="Mishael Julian" userId="9deeb756e411964c" providerId="LiveId" clId="{B9A5FECB-1042-4CBE-B163-58C565DFD1D6}" dt="2026-09-10T18:54:50.696" v="83" actId="2711"/>
          <ac:spMkLst>
            <pc:docMk/>
            <pc:sldMk cId="0" sldId="257"/>
            <ac:spMk id="4" creationId="{00000000-0000-0000-0000-000000000000}"/>
          </ac:spMkLst>
        </pc:spChg>
      </pc:sldChg>
      <pc:sldChg chg="modSp mod">
        <pc:chgData name="Mishael Julian" userId="9deeb756e411964c" providerId="LiveId" clId="{B9A5FECB-1042-4CBE-B163-58C565DFD1D6}" dt="2026-09-10T18:54:57.533" v="84" actId="2711"/>
        <pc:sldMkLst>
          <pc:docMk/>
          <pc:sldMk cId="0" sldId="258"/>
        </pc:sldMkLst>
        <pc:spChg chg="mod">
          <ac:chgData name="Mishael Julian" userId="9deeb756e411964c" providerId="LiveId" clId="{B9A5FECB-1042-4CBE-B163-58C565DFD1D6}" dt="2026-09-10T18:54:57.533" v="84" actId="2711"/>
          <ac:spMkLst>
            <pc:docMk/>
            <pc:sldMk cId="0" sldId="258"/>
            <ac:spMk id="2" creationId="{00000000-0000-0000-0000-000000000000}"/>
          </ac:spMkLst>
        </pc:spChg>
        <pc:spChg chg="mod">
          <ac:chgData name="Mishael Julian" userId="9deeb756e411964c" providerId="LiveId" clId="{B9A5FECB-1042-4CBE-B163-58C565DFD1D6}" dt="2026-09-10T18:54:57.533" v="84" actId="2711"/>
          <ac:spMkLst>
            <pc:docMk/>
            <pc:sldMk cId="0" sldId="258"/>
            <ac:spMk id="3" creationId="{00000000-0000-0000-0000-000000000000}"/>
          </ac:spMkLst>
        </pc:spChg>
        <pc:spChg chg="mod">
          <ac:chgData name="Mishael Julian" userId="9deeb756e411964c" providerId="LiveId" clId="{B9A5FECB-1042-4CBE-B163-58C565DFD1D6}" dt="2026-09-10T18:54:57.533" v="84" actId="2711"/>
          <ac:spMkLst>
            <pc:docMk/>
            <pc:sldMk cId="0" sldId="258"/>
            <ac:spMk id="4" creationId="{00000000-0000-0000-0000-000000000000}"/>
          </ac:spMkLst>
        </pc:spChg>
        <pc:spChg chg="mod">
          <ac:chgData name="Mishael Julian" userId="9deeb756e411964c" providerId="LiveId" clId="{B9A5FECB-1042-4CBE-B163-58C565DFD1D6}" dt="2026-09-10T18:54:57.533" v="84" actId="2711"/>
          <ac:spMkLst>
            <pc:docMk/>
            <pc:sldMk cId="0" sldId="258"/>
            <ac:spMk id="5" creationId="{00000000-0000-0000-0000-000000000000}"/>
          </ac:spMkLst>
        </pc:spChg>
      </pc:sldChg>
      <pc:sldChg chg="addSp delSp modSp mod">
        <pc:chgData name="Mishael Julian" userId="9deeb756e411964c" providerId="LiveId" clId="{B9A5FECB-1042-4CBE-B163-58C565DFD1D6}" dt="2026-09-10T18:40:53.936" v="33" actId="1076"/>
        <pc:sldMkLst>
          <pc:docMk/>
          <pc:sldMk cId="0" sldId="259"/>
        </pc:sldMkLst>
        <pc:spChg chg="del mod">
          <ac:chgData name="Mishael Julian" userId="9deeb756e411964c" providerId="LiveId" clId="{B9A5FECB-1042-4CBE-B163-58C565DFD1D6}" dt="2026-09-10T18:40:37.176" v="29" actId="478"/>
          <ac:spMkLst>
            <pc:docMk/>
            <pc:sldMk cId="0" sldId="259"/>
            <ac:spMk id="3" creationId="{00000000-0000-0000-0000-000000000000}"/>
          </ac:spMkLst>
        </pc:spChg>
        <pc:spChg chg="del mod">
          <ac:chgData name="Mishael Julian" userId="9deeb756e411964c" providerId="LiveId" clId="{B9A5FECB-1042-4CBE-B163-58C565DFD1D6}" dt="2026-09-10T18:40:08.417" v="21" actId="478"/>
          <ac:spMkLst>
            <pc:docMk/>
            <pc:sldMk cId="0" sldId="259"/>
            <ac:spMk id="4" creationId="{00000000-0000-0000-0000-000000000000}"/>
          </ac:spMkLst>
        </pc:spChg>
        <pc:spChg chg="add del mod">
          <ac:chgData name="Mishael Julian" userId="9deeb756e411964c" providerId="LiveId" clId="{B9A5FECB-1042-4CBE-B163-58C565DFD1D6}" dt="2026-09-10T18:39:58.304" v="17"/>
          <ac:spMkLst>
            <pc:docMk/>
            <pc:sldMk cId="0" sldId="259"/>
            <ac:spMk id="5" creationId="{D5CEA75D-EF58-37C4-A416-7599FEBF4703}"/>
          </ac:spMkLst>
        </pc:spChg>
        <pc:spChg chg="add del mod">
          <ac:chgData name="Mishael Julian" userId="9deeb756e411964c" providerId="LiveId" clId="{B9A5FECB-1042-4CBE-B163-58C565DFD1D6}" dt="2026-09-10T18:40:08.419" v="23"/>
          <ac:spMkLst>
            <pc:docMk/>
            <pc:sldMk cId="0" sldId="259"/>
            <ac:spMk id="6" creationId="{EB60B2D8-56FA-A3C1-701C-134C53173673}"/>
          </ac:spMkLst>
        </pc:spChg>
        <pc:picChg chg="add mod">
          <ac:chgData name="Mishael Julian" userId="9deeb756e411964c" providerId="LiveId" clId="{B9A5FECB-1042-4CBE-B163-58C565DFD1D6}" dt="2026-09-10T18:40:53.936" v="33" actId="1076"/>
          <ac:picMkLst>
            <pc:docMk/>
            <pc:sldMk cId="0" sldId="259"/>
            <ac:picMk id="8" creationId="{412EC369-D7A0-939D-3C50-028BC985A437}"/>
          </ac:picMkLst>
        </pc:picChg>
      </pc:sldChg>
      <pc:sldChg chg="modSp mod">
        <pc:chgData name="Mishael Julian" userId="9deeb756e411964c" providerId="LiveId" clId="{B9A5FECB-1042-4CBE-B163-58C565DFD1D6}" dt="2026-09-10T18:55:11.348" v="85" actId="2711"/>
        <pc:sldMkLst>
          <pc:docMk/>
          <pc:sldMk cId="0" sldId="260"/>
        </pc:sldMkLst>
        <pc:spChg chg="mod">
          <ac:chgData name="Mishael Julian" userId="9deeb756e411964c" providerId="LiveId" clId="{B9A5FECB-1042-4CBE-B163-58C565DFD1D6}" dt="2026-09-10T18:55:11.348" v="85" actId="2711"/>
          <ac:spMkLst>
            <pc:docMk/>
            <pc:sldMk cId="0" sldId="260"/>
            <ac:spMk id="2" creationId="{00000000-0000-0000-0000-000000000000}"/>
          </ac:spMkLst>
        </pc:spChg>
        <pc:spChg chg="mod">
          <ac:chgData name="Mishael Julian" userId="9deeb756e411964c" providerId="LiveId" clId="{B9A5FECB-1042-4CBE-B163-58C565DFD1D6}" dt="2026-09-10T18:55:11.348" v="85" actId="2711"/>
          <ac:spMkLst>
            <pc:docMk/>
            <pc:sldMk cId="0" sldId="260"/>
            <ac:spMk id="3" creationId="{00000000-0000-0000-0000-000000000000}"/>
          </ac:spMkLst>
        </pc:spChg>
        <pc:spChg chg="mod">
          <ac:chgData name="Mishael Julian" userId="9deeb756e411964c" providerId="LiveId" clId="{B9A5FECB-1042-4CBE-B163-58C565DFD1D6}" dt="2026-09-10T18:55:11.348" v="85" actId="2711"/>
          <ac:spMkLst>
            <pc:docMk/>
            <pc:sldMk cId="0" sldId="260"/>
            <ac:spMk id="4" creationId="{00000000-0000-0000-0000-000000000000}"/>
          </ac:spMkLst>
        </pc:spChg>
        <pc:spChg chg="mod">
          <ac:chgData name="Mishael Julian" userId="9deeb756e411964c" providerId="LiveId" clId="{B9A5FECB-1042-4CBE-B163-58C565DFD1D6}" dt="2026-09-10T18:55:11.348" v="85" actId="2711"/>
          <ac:spMkLst>
            <pc:docMk/>
            <pc:sldMk cId="0" sldId="260"/>
            <ac:spMk id="5" creationId="{00000000-0000-0000-0000-000000000000}"/>
          </ac:spMkLst>
        </pc:spChg>
        <pc:spChg chg="mod">
          <ac:chgData name="Mishael Julian" userId="9deeb756e411964c" providerId="LiveId" clId="{B9A5FECB-1042-4CBE-B163-58C565DFD1D6}" dt="2026-09-10T18:55:11.348" v="85" actId="2711"/>
          <ac:spMkLst>
            <pc:docMk/>
            <pc:sldMk cId="0" sldId="260"/>
            <ac:spMk id="6" creationId="{00000000-0000-0000-0000-000000000000}"/>
          </ac:spMkLst>
        </pc:spChg>
        <pc:spChg chg="mod">
          <ac:chgData name="Mishael Julian" userId="9deeb756e411964c" providerId="LiveId" clId="{B9A5FECB-1042-4CBE-B163-58C565DFD1D6}" dt="2026-09-10T18:55:11.348" v="85" actId="2711"/>
          <ac:spMkLst>
            <pc:docMk/>
            <pc:sldMk cId="0" sldId="260"/>
            <ac:spMk id="7" creationId="{00000000-0000-0000-0000-000000000000}"/>
          </ac:spMkLst>
        </pc:spChg>
        <pc:spChg chg="mod">
          <ac:chgData name="Mishael Julian" userId="9deeb756e411964c" providerId="LiveId" clId="{B9A5FECB-1042-4CBE-B163-58C565DFD1D6}" dt="2026-09-10T18:55:11.348" v="85" actId="2711"/>
          <ac:spMkLst>
            <pc:docMk/>
            <pc:sldMk cId="0" sldId="260"/>
            <ac:spMk id="8" creationId="{00000000-0000-0000-0000-000000000000}"/>
          </ac:spMkLst>
        </pc:spChg>
        <pc:spChg chg="mod">
          <ac:chgData name="Mishael Julian" userId="9deeb756e411964c" providerId="LiveId" clId="{B9A5FECB-1042-4CBE-B163-58C565DFD1D6}" dt="2026-09-10T18:55:11.348" v="85" actId="2711"/>
          <ac:spMkLst>
            <pc:docMk/>
            <pc:sldMk cId="0" sldId="260"/>
            <ac:spMk id="9" creationId="{00000000-0000-0000-0000-000000000000}"/>
          </ac:spMkLst>
        </pc:spChg>
      </pc:sldChg>
      <pc:sldChg chg="modSp mod">
        <pc:chgData name="Mishael Julian" userId="9deeb756e411964c" providerId="LiveId" clId="{B9A5FECB-1042-4CBE-B163-58C565DFD1D6}" dt="2026-09-10T18:55:21.752" v="86" actId="2711"/>
        <pc:sldMkLst>
          <pc:docMk/>
          <pc:sldMk cId="0" sldId="261"/>
        </pc:sldMkLst>
        <pc:spChg chg="mod">
          <ac:chgData name="Mishael Julian" userId="9deeb756e411964c" providerId="LiveId" clId="{B9A5FECB-1042-4CBE-B163-58C565DFD1D6}" dt="2026-09-10T18:55:21.752" v="86" actId="2711"/>
          <ac:spMkLst>
            <pc:docMk/>
            <pc:sldMk cId="0" sldId="261"/>
            <ac:spMk id="2" creationId="{00000000-0000-0000-0000-000000000000}"/>
          </ac:spMkLst>
        </pc:spChg>
        <pc:spChg chg="mod">
          <ac:chgData name="Mishael Julian" userId="9deeb756e411964c" providerId="LiveId" clId="{B9A5FECB-1042-4CBE-B163-58C565DFD1D6}" dt="2026-09-10T18:55:21.752" v="86" actId="2711"/>
          <ac:spMkLst>
            <pc:docMk/>
            <pc:sldMk cId="0" sldId="261"/>
            <ac:spMk id="3" creationId="{00000000-0000-0000-0000-000000000000}"/>
          </ac:spMkLst>
        </pc:spChg>
        <pc:spChg chg="mod">
          <ac:chgData name="Mishael Julian" userId="9deeb756e411964c" providerId="LiveId" clId="{B9A5FECB-1042-4CBE-B163-58C565DFD1D6}" dt="2026-09-10T18:55:21.752" v="86" actId="2711"/>
          <ac:spMkLst>
            <pc:docMk/>
            <pc:sldMk cId="0" sldId="261"/>
            <ac:spMk id="4" creationId="{00000000-0000-0000-0000-000000000000}"/>
          </ac:spMkLst>
        </pc:spChg>
        <pc:spChg chg="mod">
          <ac:chgData name="Mishael Julian" userId="9deeb756e411964c" providerId="LiveId" clId="{B9A5FECB-1042-4CBE-B163-58C565DFD1D6}" dt="2026-09-10T18:55:21.752" v="86" actId="2711"/>
          <ac:spMkLst>
            <pc:docMk/>
            <pc:sldMk cId="0" sldId="261"/>
            <ac:spMk id="5" creationId="{00000000-0000-0000-0000-000000000000}"/>
          </ac:spMkLst>
        </pc:spChg>
      </pc:sldChg>
      <pc:sldChg chg="modSp mod">
        <pc:chgData name="Mishael Julian" userId="9deeb756e411964c" providerId="LiveId" clId="{B9A5FECB-1042-4CBE-B163-58C565DFD1D6}" dt="2026-09-10T18:55:36.925" v="87" actId="2711"/>
        <pc:sldMkLst>
          <pc:docMk/>
          <pc:sldMk cId="0" sldId="262"/>
        </pc:sldMkLst>
        <pc:spChg chg="mod">
          <ac:chgData name="Mishael Julian" userId="9deeb756e411964c" providerId="LiveId" clId="{B9A5FECB-1042-4CBE-B163-58C565DFD1D6}" dt="2026-09-10T18:55:36.925" v="87" actId="2711"/>
          <ac:spMkLst>
            <pc:docMk/>
            <pc:sldMk cId="0" sldId="262"/>
            <ac:spMk id="2" creationId="{00000000-0000-0000-0000-000000000000}"/>
          </ac:spMkLst>
        </pc:spChg>
        <pc:spChg chg="mod">
          <ac:chgData name="Mishael Julian" userId="9deeb756e411964c" providerId="LiveId" clId="{B9A5FECB-1042-4CBE-B163-58C565DFD1D6}" dt="2026-09-10T18:55:36.925" v="87" actId="2711"/>
          <ac:spMkLst>
            <pc:docMk/>
            <pc:sldMk cId="0" sldId="262"/>
            <ac:spMk id="3" creationId="{00000000-0000-0000-0000-000000000000}"/>
          </ac:spMkLst>
        </pc:spChg>
        <pc:spChg chg="mod">
          <ac:chgData name="Mishael Julian" userId="9deeb756e411964c" providerId="LiveId" clId="{B9A5FECB-1042-4CBE-B163-58C565DFD1D6}" dt="2026-09-10T18:55:36.925" v="87" actId="2711"/>
          <ac:spMkLst>
            <pc:docMk/>
            <pc:sldMk cId="0" sldId="262"/>
            <ac:spMk id="4" creationId="{00000000-0000-0000-0000-000000000000}"/>
          </ac:spMkLst>
        </pc:spChg>
      </pc:sldChg>
      <pc:sldChg chg="modSp mod">
        <pc:chgData name="Mishael Julian" userId="9deeb756e411964c" providerId="LiveId" clId="{B9A5FECB-1042-4CBE-B163-58C565DFD1D6}" dt="2026-09-10T18:56:18.914" v="89" actId="2711"/>
        <pc:sldMkLst>
          <pc:docMk/>
          <pc:sldMk cId="0" sldId="263"/>
        </pc:sldMkLst>
        <pc:spChg chg="mod">
          <ac:chgData name="Mishael Julian" userId="9deeb756e411964c" providerId="LiveId" clId="{B9A5FECB-1042-4CBE-B163-58C565DFD1D6}" dt="2026-09-10T18:56:18.914" v="89" actId="2711"/>
          <ac:spMkLst>
            <pc:docMk/>
            <pc:sldMk cId="0" sldId="263"/>
            <ac:spMk id="2" creationId="{00000000-0000-0000-0000-000000000000}"/>
          </ac:spMkLst>
        </pc:spChg>
        <pc:spChg chg="mod">
          <ac:chgData name="Mishael Julian" userId="9deeb756e411964c" providerId="LiveId" clId="{B9A5FECB-1042-4CBE-B163-58C565DFD1D6}" dt="2026-09-10T18:56:18.914" v="89" actId="2711"/>
          <ac:spMkLst>
            <pc:docMk/>
            <pc:sldMk cId="0" sldId="263"/>
            <ac:spMk id="3" creationId="{00000000-0000-0000-0000-000000000000}"/>
          </ac:spMkLst>
        </pc:spChg>
        <pc:spChg chg="mod">
          <ac:chgData name="Mishael Julian" userId="9deeb756e411964c" providerId="LiveId" clId="{B9A5FECB-1042-4CBE-B163-58C565DFD1D6}" dt="2026-09-10T18:56:18.914" v="89" actId="2711"/>
          <ac:spMkLst>
            <pc:docMk/>
            <pc:sldMk cId="0" sldId="263"/>
            <ac:spMk id="4" creationId="{00000000-0000-0000-0000-000000000000}"/>
          </ac:spMkLst>
        </pc:spChg>
        <pc:spChg chg="mod">
          <ac:chgData name="Mishael Julian" userId="9deeb756e411964c" providerId="LiveId" clId="{B9A5FECB-1042-4CBE-B163-58C565DFD1D6}" dt="2026-09-10T18:56:18.914" v="89" actId="2711"/>
          <ac:spMkLst>
            <pc:docMk/>
            <pc:sldMk cId="0" sldId="263"/>
            <ac:spMk id="5" creationId="{00000000-0000-0000-0000-000000000000}"/>
          </ac:spMkLst>
        </pc:spChg>
        <pc:spChg chg="mod">
          <ac:chgData name="Mishael Julian" userId="9deeb756e411964c" providerId="LiveId" clId="{B9A5FECB-1042-4CBE-B163-58C565DFD1D6}" dt="2026-09-10T18:56:18.914" v="89" actId="2711"/>
          <ac:spMkLst>
            <pc:docMk/>
            <pc:sldMk cId="0" sldId="263"/>
            <ac:spMk id="6" creationId="{00000000-0000-0000-0000-000000000000}"/>
          </ac:spMkLst>
        </pc:spChg>
        <pc:spChg chg="mod">
          <ac:chgData name="Mishael Julian" userId="9deeb756e411964c" providerId="LiveId" clId="{B9A5FECB-1042-4CBE-B163-58C565DFD1D6}" dt="2026-09-10T18:56:18.914" v="89" actId="2711"/>
          <ac:spMkLst>
            <pc:docMk/>
            <pc:sldMk cId="0" sldId="263"/>
            <ac:spMk id="7" creationId="{00000000-0000-0000-0000-000000000000}"/>
          </ac:spMkLst>
        </pc:spChg>
        <pc:spChg chg="mod">
          <ac:chgData name="Mishael Julian" userId="9deeb756e411964c" providerId="LiveId" clId="{B9A5FECB-1042-4CBE-B163-58C565DFD1D6}" dt="2026-09-10T18:56:18.914" v="89" actId="2711"/>
          <ac:spMkLst>
            <pc:docMk/>
            <pc:sldMk cId="0" sldId="263"/>
            <ac:spMk id="8" creationId="{00000000-0000-0000-0000-000000000000}"/>
          </ac:spMkLst>
        </pc:spChg>
        <pc:spChg chg="mod">
          <ac:chgData name="Mishael Julian" userId="9deeb756e411964c" providerId="LiveId" clId="{B9A5FECB-1042-4CBE-B163-58C565DFD1D6}" dt="2026-09-10T18:56:18.914" v="89" actId="2711"/>
          <ac:spMkLst>
            <pc:docMk/>
            <pc:sldMk cId="0" sldId="263"/>
            <ac:spMk id="9" creationId="{00000000-0000-0000-0000-000000000000}"/>
          </ac:spMkLst>
        </pc:spChg>
      </pc:sldChg>
      <pc:sldChg chg="modSp mod">
        <pc:chgData name="Mishael Julian" userId="9deeb756e411964c" providerId="LiveId" clId="{B9A5FECB-1042-4CBE-B163-58C565DFD1D6}" dt="2026-09-10T18:57:33.760" v="100" actId="2711"/>
        <pc:sldMkLst>
          <pc:docMk/>
          <pc:sldMk cId="0" sldId="264"/>
        </pc:sldMkLst>
        <pc:spChg chg="mod">
          <ac:chgData name="Mishael Julian" userId="9deeb756e411964c" providerId="LiveId" clId="{B9A5FECB-1042-4CBE-B163-58C565DFD1D6}" dt="2026-09-10T18:57:33.760" v="100" actId="2711"/>
          <ac:spMkLst>
            <pc:docMk/>
            <pc:sldMk cId="0" sldId="264"/>
            <ac:spMk id="2" creationId="{00000000-0000-0000-0000-000000000000}"/>
          </ac:spMkLst>
        </pc:spChg>
        <pc:spChg chg="mod">
          <ac:chgData name="Mishael Julian" userId="9deeb756e411964c" providerId="LiveId" clId="{B9A5FECB-1042-4CBE-B163-58C565DFD1D6}" dt="2026-09-10T18:57:33.760" v="100" actId="2711"/>
          <ac:spMkLst>
            <pc:docMk/>
            <pc:sldMk cId="0" sldId="264"/>
            <ac:spMk id="3" creationId="{00000000-0000-0000-0000-000000000000}"/>
          </ac:spMkLst>
        </pc:spChg>
        <pc:spChg chg="mod">
          <ac:chgData name="Mishael Julian" userId="9deeb756e411964c" providerId="LiveId" clId="{B9A5FECB-1042-4CBE-B163-58C565DFD1D6}" dt="2026-09-10T18:57:33.760" v="100" actId="2711"/>
          <ac:spMkLst>
            <pc:docMk/>
            <pc:sldMk cId="0" sldId="264"/>
            <ac:spMk id="4" creationId="{00000000-0000-0000-0000-000000000000}"/>
          </ac:spMkLst>
        </pc:spChg>
        <pc:spChg chg="mod">
          <ac:chgData name="Mishael Julian" userId="9deeb756e411964c" providerId="LiveId" clId="{B9A5FECB-1042-4CBE-B163-58C565DFD1D6}" dt="2026-09-10T18:57:33.760" v="100" actId="2711"/>
          <ac:spMkLst>
            <pc:docMk/>
            <pc:sldMk cId="0" sldId="264"/>
            <ac:spMk id="5" creationId="{00000000-0000-0000-0000-000000000000}"/>
          </ac:spMkLst>
        </pc:spChg>
        <pc:spChg chg="mod">
          <ac:chgData name="Mishael Julian" userId="9deeb756e411964c" providerId="LiveId" clId="{B9A5FECB-1042-4CBE-B163-58C565DFD1D6}" dt="2026-09-10T18:57:33.760" v="100" actId="2711"/>
          <ac:spMkLst>
            <pc:docMk/>
            <pc:sldMk cId="0" sldId="264"/>
            <ac:spMk id="6" creationId="{00000000-0000-0000-0000-000000000000}"/>
          </ac:spMkLst>
        </pc:spChg>
        <pc:spChg chg="mod">
          <ac:chgData name="Mishael Julian" userId="9deeb756e411964c" providerId="LiveId" clId="{B9A5FECB-1042-4CBE-B163-58C565DFD1D6}" dt="2026-09-10T18:57:33.760" v="100" actId="2711"/>
          <ac:spMkLst>
            <pc:docMk/>
            <pc:sldMk cId="0" sldId="264"/>
            <ac:spMk id="7" creationId="{00000000-0000-0000-0000-000000000000}"/>
          </ac:spMkLst>
        </pc:spChg>
        <pc:spChg chg="mod">
          <ac:chgData name="Mishael Julian" userId="9deeb756e411964c" providerId="LiveId" clId="{B9A5FECB-1042-4CBE-B163-58C565DFD1D6}" dt="2026-09-10T18:57:33.760" v="100" actId="2711"/>
          <ac:spMkLst>
            <pc:docMk/>
            <pc:sldMk cId="0" sldId="264"/>
            <ac:spMk id="8" creationId="{00000000-0000-0000-0000-000000000000}"/>
          </ac:spMkLst>
        </pc:spChg>
        <pc:spChg chg="mod">
          <ac:chgData name="Mishael Julian" userId="9deeb756e411964c" providerId="LiveId" clId="{B9A5FECB-1042-4CBE-B163-58C565DFD1D6}" dt="2026-09-10T18:57:33.760" v="100" actId="2711"/>
          <ac:spMkLst>
            <pc:docMk/>
            <pc:sldMk cId="0" sldId="264"/>
            <ac:spMk id="9" creationId="{00000000-0000-0000-0000-000000000000}"/>
          </ac:spMkLst>
        </pc:spChg>
        <pc:spChg chg="mod">
          <ac:chgData name="Mishael Julian" userId="9deeb756e411964c" providerId="LiveId" clId="{B9A5FECB-1042-4CBE-B163-58C565DFD1D6}" dt="2026-09-10T18:57:33.760" v="100" actId="2711"/>
          <ac:spMkLst>
            <pc:docMk/>
            <pc:sldMk cId="0" sldId="264"/>
            <ac:spMk id="10" creationId="{00000000-0000-0000-0000-000000000000}"/>
          </ac:spMkLst>
        </pc:spChg>
      </pc:sldChg>
      <pc:sldChg chg="modSp mod">
        <pc:chgData name="Mishael Julian" userId="9deeb756e411964c" providerId="LiveId" clId="{B9A5FECB-1042-4CBE-B163-58C565DFD1D6}" dt="2026-09-10T18:57:25.387" v="98" actId="2711"/>
        <pc:sldMkLst>
          <pc:docMk/>
          <pc:sldMk cId="0" sldId="265"/>
        </pc:sldMkLst>
        <pc:spChg chg="mod">
          <ac:chgData name="Mishael Julian" userId="9deeb756e411964c" providerId="LiveId" clId="{B9A5FECB-1042-4CBE-B163-58C565DFD1D6}" dt="2026-09-10T18:57:25.387" v="98" actId="2711"/>
          <ac:spMkLst>
            <pc:docMk/>
            <pc:sldMk cId="0" sldId="265"/>
            <ac:spMk id="2" creationId="{00000000-0000-0000-0000-000000000000}"/>
          </ac:spMkLst>
        </pc:spChg>
        <pc:spChg chg="mod">
          <ac:chgData name="Mishael Julian" userId="9deeb756e411964c" providerId="LiveId" clId="{B9A5FECB-1042-4CBE-B163-58C565DFD1D6}" dt="2026-09-10T18:57:25.387" v="98" actId="2711"/>
          <ac:spMkLst>
            <pc:docMk/>
            <pc:sldMk cId="0" sldId="265"/>
            <ac:spMk id="3" creationId="{00000000-0000-0000-0000-000000000000}"/>
          </ac:spMkLst>
        </pc:spChg>
        <pc:spChg chg="mod">
          <ac:chgData name="Mishael Julian" userId="9deeb756e411964c" providerId="LiveId" clId="{B9A5FECB-1042-4CBE-B163-58C565DFD1D6}" dt="2026-09-10T18:57:25.387" v="98" actId="2711"/>
          <ac:spMkLst>
            <pc:docMk/>
            <pc:sldMk cId="0" sldId="265"/>
            <ac:spMk id="4" creationId="{00000000-0000-0000-0000-000000000000}"/>
          </ac:spMkLst>
        </pc:spChg>
        <pc:spChg chg="mod">
          <ac:chgData name="Mishael Julian" userId="9deeb756e411964c" providerId="LiveId" clId="{B9A5FECB-1042-4CBE-B163-58C565DFD1D6}" dt="2026-09-10T18:57:25.387" v="98" actId="2711"/>
          <ac:spMkLst>
            <pc:docMk/>
            <pc:sldMk cId="0" sldId="265"/>
            <ac:spMk id="5" creationId="{00000000-0000-0000-0000-000000000000}"/>
          </ac:spMkLst>
        </pc:spChg>
      </pc:sldChg>
      <pc:sldChg chg="modSp mod">
        <pc:chgData name="Mishael Julian" userId="9deeb756e411964c" providerId="LiveId" clId="{B9A5FECB-1042-4CBE-B163-58C565DFD1D6}" dt="2026-09-10T18:57:20.282" v="97" actId="2711"/>
        <pc:sldMkLst>
          <pc:docMk/>
          <pc:sldMk cId="0" sldId="266"/>
        </pc:sldMkLst>
        <pc:spChg chg="mod">
          <ac:chgData name="Mishael Julian" userId="9deeb756e411964c" providerId="LiveId" clId="{B9A5FECB-1042-4CBE-B163-58C565DFD1D6}" dt="2026-09-10T18:57:20.282" v="97" actId="2711"/>
          <ac:spMkLst>
            <pc:docMk/>
            <pc:sldMk cId="0" sldId="266"/>
            <ac:spMk id="2" creationId="{00000000-0000-0000-0000-000000000000}"/>
          </ac:spMkLst>
        </pc:spChg>
        <pc:spChg chg="mod">
          <ac:chgData name="Mishael Julian" userId="9deeb756e411964c" providerId="LiveId" clId="{B9A5FECB-1042-4CBE-B163-58C565DFD1D6}" dt="2026-09-10T18:57:20.282" v="97" actId="2711"/>
          <ac:spMkLst>
            <pc:docMk/>
            <pc:sldMk cId="0" sldId="266"/>
            <ac:spMk id="3" creationId="{00000000-0000-0000-0000-000000000000}"/>
          </ac:spMkLst>
        </pc:spChg>
        <pc:spChg chg="mod">
          <ac:chgData name="Mishael Julian" userId="9deeb756e411964c" providerId="LiveId" clId="{B9A5FECB-1042-4CBE-B163-58C565DFD1D6}" dt="2026-09-10T18:57:20.282" v="97" actId="2711"/>
          <ac:spMkLst>
            <pc:docMk/>
            <pc:sldMk cId="0" sldId="266"/>
            <ac:spMk id="4" creationId="{00000000-0000-0000-0000-000000000000}"/>
          </ac:spMkLst>
        </pc:spChg>
        <pc:spChg chg="mod">
          <ac:chgData name="Mishael Julian" userId="9deeb756e411964c" providerId="LiveId" clId="{B9A5FECB-1042-4CBE-B163-58C565DFD1D6}" dt="2026-09-10T18:57:20.282" v="97" actId="2711"/>
          <ac:spMkLst>
            <pc:docMk/>
            <pc:sldMk cId="0" sldId="266"/>
            <ac:spMk id="5" creationId="{00000000-0000-0000-0000-000000000000}"/>
          </ac:spMkLst>
        </pc:spChg>
      </pc:sldChg>
      <pc:sldChg chg="modSp mod">
        <pc:chgData name="Mishael Julian" userId="9deeb756e411964c" providerId="LiveId" clId="{B9A5FECB-1042-4CBE-B163-58C565DFD1D6}" dt="2026-09-10T18:57:13.686" v="96" actId="2711"/>
        <pc:sldMkLst>
          <pc:docMk/>
          <pc:sldMk cId="0" sldId="267"/>
        </pc:sldMkLst>
        <pc:spChg chg="mod">
          <ac:chgData name="Mishael Julian" userId="9deeb756e411964c" providerId="LiveId" clId="{B9A5FECB-1042-4CBE-B163-58C565DFD1D6}" dt="2026-09-10T18:57:13.686" v="96" actId="2711"/>
          <ac:spMkLst>
            <pc:docMk/>
            <pc:sldMk cId="0" sldId="267"/>
            <ac:spMk id="2" creationId="{00000000-0000-0000-0000-000000000000}"/>
          </ac:spMkLst>
        </pc:spChg>
        <pc:spChg chg="mod">
          <ac:chgData name="Mishael Julian" userId="9deeb756e411964c" providerId="LiveId" clId="{B9A5FECB-1042-4CBE-B163-58C565DFD1D6}" dt="2026-09-10T18:57:13.686" v="96" actId="2711"/>
          <ac:spMkLst>
            <pc:docMk/>
            <pc:sldMk cId="0" sldId="267"/>
            <ac:spMk id="3" creationId="{00000000-0000-0000-0000-000000000000}"/>
          </ac:spMkLst>
        </pc:spChg>
        <pc:spChg chg="mod">
          <ac:chgData name="Mishael Julian" userId="9deeb756e411964c" providerId="LiveId" clId="{B9A5FECB-1042-4CBE-B163-58C565DFD1D6}" dt="2026-09-10T18:57:13.686" v="96" actId="2711"/>
          <ac:spMkLst>
            <pc:docMk/>
            <pc:sldMk cId="0" sldId="267"/>
            <ac:spMk id="4" creationId="{00000000-0000-0000-0000-000000000000}"/>
          </ac:spMkLst>
        </pc:spChg>
        <pc:spChg chg="mod">
          <ac:chgData name="Mishael Julian" userId="9deeb756e411964c" providerId="LiveId" clId="{B9A5FECB-1042-4CBE-B163-58C565DFD1D6}" dt="2026-09-10T18:57:13.686" v="96" actId="2711"/>
          <ac:spMkLst>
            <pc:docMk/>
            <pc:sldMk cId="0" sldId="267"/>
            <ac:spMk id="5" creationId="{00000000-0000-0000-0000-000000000000}"/>
          </ac:spMkLst>
        </pc:spChg>
      </pc:sldChg>
      <pc:sldChg chg="modSp mod">
        <pc:chgData name="Mishael Julian" userId="9deeb756e411964c" providerId="LiveId" clId="{B9A5FECB-1042-4CBE-B163-58C565DFD1D6}" dt="2026-09-10T18:57:07.078" v="95" actId="2711"/>
        <pc:sldMkLst>
          <pc:docMk/>
          <pc:sldMk cId="0" sldId="268"/>
        </pc:sldMkLst>
        <pc:spChg chg="mod">
          <ac:chgData name="Mishael Julian" userId="9deeb756e411964c" providerId="LiveId" clId="{B9A5FECB-1042-4CBE-B163-58C565DFD1D6}" dt="2026-09-10T18:57:07.078" v="95" actId="2711"/>
          <ac:spMkLst>
            <pc:docMk/>
            <pc:sldMk cId="0" sldId="268"/>
            <ac:spMk id="2" creationId="{00000000-0000-0000-0000-000000000000}"/>
          </ac:spMkLst>
        </pc:spChg>
        <pc:spChg chg="mod">
          <ac:chgData name="Mishael Julian" userId="9deeb756e411964c" providerId="LiveId" clId="{B9A5FECB-1042-4CBE-B163-58C565DFD1D6}" dt="2026-09-10T18:57:07.078" v="95" actId="2711"/>
          <ac:spMkLst>
            <pc:docMk/>
            <pc:sldMk cId="0" sldId="268"/>
            <ac:spMk id="3" creationId="{00000000-0000-0000-0000-000000000000}"/>
          </ac:spMkLst>
        </pc:spChg>
        <pc:spChg chg="mod">
          <ac:chgData name="Mishael Julian" userId="9deeb756e411964c" providerId="LiveId" clId="{B9A5FECB-1042-4CBE-B163-58C565DFD1D6}" dt="2026-09-10T18:57:07.078" v="95" actId="2711"/>
          <ac:spMkLst>
            <pc:docMk/>
            <pc:sldMk cId="0" sldId="268"/>
            <ac:spMk id="4" creationId="{00000000-0000-0000-0000-000000000000}"/>
          </ac:spMkLst>
        </pc:spChg>
        <pc:spChg chg="mod">
          <ac:chgData name="Mishael Julian" userId="9deeb756e411964c" providerId="LiveId" clId="{B9A5FECB-1042-4CBE-B163-58C565DFD1D6}" dt="2026-09-10T18:57:07.078" v="95" actId="2711"/>
          <ac:spMkLst>
            <pc:docMk/>
            <pc:sldMk cId="0" sldId="268"/>
            <ac:spMk id="5" creationId="{00000000-0000-0000-0000-000000000000}"/>
          </ac:spMkLst>
        </pc:spChg>
        <pc:spChg chg="mod">
          <ac:chgData name="Mishael Julian" userId="9deeb756e411964c" providerId="LiveId" clId="{B9A5FECB-1042-4CBE-B163-58C565DFD1D6}" dt="2026-09-10T18:57:07.078" v="95" actId="2711"/>
          <ac:spMkLst>
            <pc:docMk/>
            <pc:sldMk cId="0" sldId="268"/>
            <ac:spMk id="6" creationId="{00000000-0000-0000-0000-000000000000}"/>
          </ac:spMkLst>
        </pc:spChg>
        <pc:spChg chg="mod">
          <ac:chgData name="Mishael Julian" userId="9deeb756e411964c" providerId="LiveId" clId="{B9A5FECB-1042-4CBE-B163-58C565DFD1D6}" dt="2026-09-10T18:57:07.078" v="95" actId="2711"/>
          <ac:spMkLst>
            <pc:docMk/>
            <pc:sldMk cId="0" sldId="268"/>
            <ac:spMk id="7" creationId="{00000000-0000-0000-0000-000000000000}"/>
          </ac:spMkLst>
        </pc:spChg>
        <pc:spChg chg="mod">
          <ac:chgData name="Mishael Julian" userId="9deeb756e411964c" providerId="LiveId" clId="{B9A5FECB-1042-4CBE-B163-58C565DFD1D6}" dt="2026-09-10T18:57:07.078" v="95" actId="2711"/>
          <ac:spMkLst>
            <pc:docMk/>
            <pc:sldMk cId="0" sldId="268"/>
            <ac:spMk id="8" creationId="{00000000-0000-0000-0000-000000000000}"/>
          </ac:spMkLst>
        </pc:spChg>
        <pc:spChg chg="mod">
          <ac:chgData name="Mishael Julian" userId="9deeb756e411964c" providerId="LiveId" clId="{B9A5FECB-1042-4CBE-B163-58C565DFD1D6}" dt="2026-09-10T18:57:07.078" v="95" actId="2711"/>
          <ac:spMkLst>
            <pc:docMk/>
            <pc:sldMk cId="0" sldId="268"/>
            <ac:spMk id="9" creationId="{00000000-0000-0000-0000-000000000000}"/>
          </ac:spMkLst>
        </pc:spChg>
      </pc:sldChg>
      <pc:sldChg chg="modSp mod">
        <pc:chgData name="Mishael Julian" userId="9deeb756e411964c" providerId="LiveId" clId="{B9A5FECB-1042-4CBE-B163-58C565DFD1D6}" dt="2026-09-10T18:56:47.909" v="94" actId="2711"/>
        <pc:sldMkLst>
          <pc:docMk/>
          <pc:sldMk cId="0" sldId="269"/>
        </pc:sldMkLst>
        <pc:spChg chg="mod">
          <ac:chgData name="Mishael Julian" userId="9deeb756e411964c" providerId="LiveId" clId="{B9A5FECB-1042-4CBE-B163-58C565DFD1D6}" dt="2026-09-10T18:56:47.909" v="94" actId="2711"/>
          <ac:spMkLst>
            <pc:docMk/>
            <pc:sldMk cId="0" sldId="269"/>
            <ac:spMk id="2" creationId="{00000000-0000-0000-0000-000000000000}"/>
          </ac:spMkLst>
        </pc:spChg>
        <pc:spChg chg="mod">
          <ac:chgData name="Mishael Julian" userId="9deeb756e411964c" providerId="LiveId" clId="{B9A5FECB-1042-4CBE-B163-58C565DFD1D6}" dt="2026-09-10T18:56:47.909" v="94" actId="2711"/>
          <ac:spMkLst>
            <pc:docMk/>
            <pc:sldMk cId="0" sldId="269"/>
            <ac:spMk id="3" creationId="{00000000-0000-0000-0000-000000000000}"/>
          </ac:spMkLst>
        </pc:spChg>
        <pc:spChg chg="mod">
          <ac:chgData name="Mishael Julian" userId="9deeb756e411964c" providerId="LiveId" clId="{B9A5FECB-1042-4CBE-B163-58C565DFD1D6}" dt="2026-09-10T18:56:47.909" v="94" actId="2711"/>
          <ac:spMkLst>
            <pc:docMk/>
            <pc:sldMk cId="0" sldId="269"/>
            <ac:spMk id="4" creationId="{00000000-0000-0000-0000-000000000000}"/>
          </ac:spMkLst>
        </pc:spChg>
        <pc:spChg chg="mod">
          <ac:chgData name="Mishael Julian" userId="9deeb756e411964c" providerId="LiveId" clId="{B9A5FECB-1042-4CBE-B163-58C565DFD1D6}" dt="2026-09-10T18:56:47.909" v="94" actId="2711"/>
          <ac:spMkLst>
            <pc:docMk/>
            <pc:sldMk cId="0" sldId="269"/>
            <ac:spMk id="5" creationId="{00000000-0000-0000-0000-000000000000}"/>
          </ac:spMkLst>
        </pc:spChg>
      </pc:sldChg>
      <pc:sldChg chg="del">
        <pc:chgData name="Mishael Julian" userId="9deeb756e411964c" providerId="LiveId" clId="{B9A5FECB-1042-4CBE-B163-58C565DFD1D6}" dt="2026-09-10T18:39:40.065" v="14" actId="47"/>
        <pc:sldMkLst>
          <pc:docMk/>
          <pc:sldMk cId="0" sldId="270"/>
        </pc:sldMkLst>
      </pc:sldChg>
      <pc:sldChg chg="modSp mod">
        <pc:chgData name="Mishael Julian" userId="9deeb756e411964c" providerId="LiveId" clId="{B9A5FECB-1042-4CBE-B163-58C565DFD1D6}" dt="2026-09-10T18:56:41.781" v="93" actId="2711"/>
        <pc:sldMkLst>
          <pc:docMk/>
          <pc:sldMk cId="0" sldId="271"/>
        </pc:sldMkLst>
        <pc:spChg chg="mod">
          <ac:chgData name="Mishael Julian" userId="9deeb756e411964c" providerId="LiveId" clId="{B9A5FECB-1042-4CBE-B163-58C565DFD1D6}" dt="2026-09-10T18:56:41.781" v="93" actId="2711"/>
          <ac:spMkLst>
            <pc:docMk/>
            <pc:sldMk cId="0" sldId="271"/>
            <ac:spMk id="2" creationId="{00000000-0000-0000-0000-000000000000}"/>
          </ac:spMkLst>
        </pc:spChg>
        <pc:spChg chg="mod">
          <ac:chgData name="Mishael Julian" userId="9deeb756e411964c" providerId="LiveId" clId="{B9A5FECB-1042-4CBE-B163-58C565DFD1D6}" dt="2026-09-10T18:56:41.781" v="93" actId="2711"/>
          <ac:spMkLst>
            <pc:docMk/>
            <pc:sldMk cId="0" sldId="271"/>
            <ac:spMk id="3" creationId="{00000000-0000-0000-0000-000000000000}"/>
          </ac:spMkLst>
        </pc:spChg>
        <pc:spChg chg="mod">
          <ac:chgData name="Mishael Julian" userId="9deeb756e411964c" providerId="LiveId" clId="{B9A5FECB-1042-4CBE-B163-58C565DFD1D6}" dt="2026-09-10T18:56:41.781" v="93" actId="2711"/>
          <ac:spMkLst>
            <pc:docMk/>
            <pc:sldMk cId="0" sldId="271"/>
            <ac:spMk id="4" creationId="{00000000-0000-0000-0000-000000000000}"/>
          </ac:spMkLst>
        </pc:spChg>
        <pc:spChg chg="mod">
          <ac:chgData name="Mishael Julian" userId="9deeb756e411964c" providerId="LiveId" clId="{B9A5FECB-1042-4CBE-B163-58C565DFD1D6}" dt="2026-09-10T18:56:41.781" v="93" actId="2711"/>
          <ac:spMkLst>
            <pc:docMk/>
            <pc:sldMk cId="0" sldId="271"/>
            <ac:spMk id="5" creationId="{00000000-0000-0000-0000-000000000000}"/>
          </ac:spMkLst>
        </pc:spChg>
        <pc:spChg chg="mod">
          <ac:chgData name="Mishael Julian" userId="9deeb756e411964c" providerId="LiveId" clId="{B9A5FECB-1042-4CBE-B163-58C565DFD1D6}" dt="2026-09-10T18:56:41.781" v="93" actId="2711"/>
          <ac:spMkLst>
            <pc:docMk/>
            <pc:sldMk cId="0" sldId="271"/>
            <ac:spMk id="6" creationId="{00000000-0000-0000-0000-000000000000}"/>
          </ac:spMkLst>
        </pc:spChg>
      </pc:sldChg>
      <pc:sldChg chg="modSp mod">
        <pc:chgData name="Mishael Julian" userId="9deeb756e411964c" providerId="LiveId" clId="{B9A5FECB-1042-4CBE-B163-58C565DFD1D6}" dt="2026-09-10T18:56:35.386" v="92" actId="2711"/>
        <pc:sldMkLst>
          <pc:docMk/>
          <pc:sldMk cId="0" sldId="272"/>
        </pc:sldMkLst>
        <pc:spChg chg="mod">
          <ac:chgData name="Mishael Julian" userId="9deeb756e411964c" providerId="LiveId" clId="{B9A5FECB-1042-4CBE-B163-58C565DFD1D6}" dt="2026-09-10T18:56:35.386" v="92" actId="2711"/>
          <ac:spMkLst>
            <pc:docMk/>
            <pc:sldMk cId="0" sldId="272"/>
            <ac:spMk id="2" creationId="{00000000-0000-0000-0000-000000000000}"/>
          </ac:spMkLst>
        </pc:spChg>
        <pc:spChg chg="mod">
          <ac:chgData name="Mishael Julian" userId="9deeb756e411964c" providerId="LiveId" clId="{B9A5FECB-1042-4CBE-B163-58C565DFD1D6}" dt="2026-09-10T18:56:35.386" v="92" actId="2711"/>
          <ac:spMkLst>
            <pc:docMk/>
            <pc:sldMk cId="0" sldId="272"/>
            <ac:spMk id="3" creationId="{00000000-0000-0000-0000-000000000000}"/>
          </ac:spMkLst>
        </pc:spChg>
      </pc:sldChg>
      <pc:sldChg chg="addSp delSp modSp new mod">
        <pc:chgData name="Mishael Julian" userId="9deeb756e411964c" providerId="LiveId" clId="{B9A5FECB-1042-4CBE-B163-58C565DFD1D6}" dt="2026-09-10T18:52:44.028" v="50" actId="1076"/>
        <pc:sldMkLst>
          <pc:docMk/>
          <pc:sldMk cId="214899306" sldId="273"/>
        </pc:sldMkLst>
        <pc:spChg chg="mod">
          <ac:chgData name="Mishael Julian" userId="9deeb756e411964c" providerId="LiveId" clId="{B9A5FECB-1042-4CBE-B163-58C565DFD1D6}" dt="2026-09-10T18:41:06.714" v="34" actId="20577"/>
          <ac:spMkLst>
            <pc:docMk/>
            <pc:sldMk cId="214899306" sldId="273"/>
            <ac:spMk id="2" creationId="{E4F4229F-2DA7-F113-2FE7-609F338DFA60}"/>
          </ac:spMkLst>
        </pc:spChg>
        <pc:spChg chg="add mod">
          <ac:chgData name="Mishael Julian" userId="9deeb756e411964c" providerId="LiveId" clId="{B9A5FECB-1042-4CBE-B163-58C565DFD1D6}" dt="2026-09-10T18:43:29.255" v="35" actId="767"/>
          <ac:spMkLst>
            <pc:docMk/>
            <pc:sldMk cId="214899306" sldId="273"/>
            <ac:spMk id="3" creationId="{53D8AAB5-4ADB-D3DD-AFA3-55988D402325}"/>
          </ac:spMkLst>
        </pc:spChg>
        <pc:picChg chg="add del mod">
          <ac:chgData name="Mishael Julian" userId="9deeb756e411964c" providerId="LiveId" clId="{B9A5FECB-1042-4CBE-B163-58C565DFD1D6}" dt="2026-09-10T18:52:06.850" v="39" actId="478"/>
          <ac:picMkLst>
            <pc:docMk/>
            <pc:sldMk cId="214899306" sldId="273"/>
            <ac:picMk id="5" creationId="{0992F033-664B-BCA8-8427-C4153FB6FFC1}"/>
          </ac:picMkLst>
        </pc:picChg>
        <pc:picChg chg="add del mod">
          <ac:chgData name="Mishael Julian" userId="9deeb756e411964c" providerId="LiveId" clId="{B9A5FECB-1042-4CBE-B163-58C565DFD1D6}" dt="2026-09-10T18:52:06.850" v="39" actId="478"/>
          <ac:picMkLst>
            <pc:docMk/>
            <pc:sldMk cId="214899306" sldId="273"/>
            <ac:picMk id="7" creationId="{997E3983-C7F1-4B67-791F-CF43ACD413CB}"/>
          </ac:picMkLst>
        </pc:picChg>
        <pc:picChg chg="add mod">
          <ac:chgData name="Mishael Julian" userId="9deeb756e411964c" providerId="LiveId" clId="{B9A5FECB-1042-4CBE-B163-58C565DFD1D6}" dt="2026-09-10T18:52:26.295" v="45" actId="14100"/>
          <ac:picMkLst>
            <pc:docMk/>
            <pc:sldMk cId="214899306" sldId="273"/>
            <ac:picMk id="9" creationId="{C47C6467-A889-605B-4100-745336E0CF0F}"/>
          </ac:picMkLst>
        </pc:picChg>
        <pc:picChg chg="add mod">
          <ac:chgData name="Mishael Julian" userId="9deeb756e411964c" providerId="LiveId" clId="{B9A5FECB-1042-4CBE-B163-58C565DFD1D6}" dt="2026-09-10T18:52:44.028" v="50" actId="1076"/>
          <ac:picMkLst>
            <pc:docMk/>
            <pc:sldMk cId="214899306" sldId="273"/>
            <ac:picMk id="11" creationId="{A03F1452-1102-4F4A-9045-EE81E1A2A317}"/>
          </ac:picMkLst>
        </pc:picChg>
      </pc:sldChg>
      <pc:sldChg chg="addSp modSp new mod">
        <pc:chgData name="Mishael Julian" userId="9deeb756e411964c" providerId="LiveId" clId="{B9A5FECB-1042-4CBE-B163-58C565DFD1D6}" dt="2026-09-10T18:53:46.221" v="77" actId="14100"/>
        <pc:sldMkLst>
          <pc:docMk/>
          <pc:sldMk cId="3507908724" sldId="274"/>
        </pc:sldMkLst>
        <pc:spChg chg="mod">
          <ac:chgData name="Mishael Julian" userId="9deeb756e411964c" providerId="LiveId" clId="{B9A5FECB-1042-4CBE-B163-58C565DFD1D6}" dt="2026-09-10T18:52:56.485" v="65" actId="20577"/>
          <ac:spMkLst>
            <pc:docMk/>
            <pc:sldMk cId="3507908724" sldId="274"/>
            <ac:spMk id="2" creationId="{9B85F82E-3347-C5C8-FC4A-EADAD8691970}"/>
          </ac:spMkLst>
        </pc:spChg>
        <pc:picChg chg="add mod">
          <ac:chgData name="Mishael Julian" userId="9deeb756e411964c" providerId="LiveId" clId="{B9A5FECB-1042-4CBE-B163-58C565DFD1D6}" dt="2026-09-10T18:53:40.709" v="75" actId="1076"/>
          <ac:picMkLst>
            <pc:docMk/>
            <pc:sldMk cId="3507908724" sldId="274"/>
            <ac:picMk id="4" creationId="{2E2BCE44-F4FE-50CD-0DB7-949A232EA234}"/>
          </ac:picMkLst>
        </pc:picChg>
        <pc:picChg chg="add mod">
          <ac:chgData name="Mishael Julian" userId="9deeb756e411964c" providerId="LiveId" clId="{B9A5FECB-1042-4CBE-B163-58C565DFD1D6}" dt="2026-09-10T18:53:46.221" v="77" actId="14100"/>
          <ac:picMkLst>
            <pc:docMk/>
            <pc:sldMk cId="3507908724" sldId="274"/>
            <ac:picMk id="6" creationId="{4C7B6E03-5736-F3F9-877F-2428FD3ECFF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95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057655"/>
            <a:ext cx="10058400" cy="208915"/>
          </a:xfrm>
          <a:custGeom>
            <a:avLst/>
            <a:gdLst/>
            <a:ahLst/>
            <a:cxnLst/>
            <a:rect l="l" t="t" r="r" b="b"/>
            <a:pathLst>
              <a:path w="10058400" h="208915">
                <a:moveTo>
                  <a:pt x="10058400" y="0"/>
                </a:moveTo>
                <a:lnTo>
                  <a:pt x="10058400" y="208788"/>
                </a:lnTo>
                <a:lnTo>
                  <a:pt x="0" y="208788"/>
                </a:lnTo>
                <a:lnTo>
                  <a:pt x="0" y="0"/>
                </a:lnTo>
              </a:path>
            </a:pathLst>
          </a:custGeom>
          <a:ln w="7620">
            <a:solidFill>
              <a:srgbClr val="0C5292"/>
            </a:solidFill>
          </a:ln>
        </p:spPr>
        <p:txBody>
          <a:bodyPr wrap="square" lIns="0" tIns="0" rIns="0" bIns="0" rtlCol="0"/>
          <a:lstStyle/>
          <a:p>
            <a:endParaRPr/>
          </a:p>
        </p:txBody>
      </p:sp>
      <p:sp>
        <p:nvSpPr>
          <p:cNvPr id="17" name="bg object 17"/>
          <p:cNvSpPr/>
          <p:nvPr/>
        </p:nvSpPr>
        <p:spPr>
          <a:xfrm>
            <a:off x="0" y="6516624"/>
            <a:ext cx="10058400" cy="200025"/>
          </a:xfrm>
          <a:custGeom>
            <a:avLst/>
            <a:gdLst/>
            <a:ahLst/>
            <a:cxnLst/>
            <a:rect l="l" t="t" r="r" b="b"/>
            <a:pathLst>
              <a:path w="10058400" h="200025">
                <a:moveTo>
                  <a:pt x="0" y="199644"/>
                </a:moveTo>
                <a:lnTo>
                  <a:pt x="0" y="0"/>
                </a:lnTo>
                <a:lnTo>
                  <a:pt x="10058400" y="0"/>
                </a:lnTo>
                <a:lnTo>
                  <a:pt x="10058400" y="199644"/>
                </a:lnTo>
              </a:path>
            </a:pathLst>
          </a:custGeom>
          <a:ln w="7619">
            <a:solidFill>
              <a:srgbClr val="0C5292"/>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0" y="6323838"/>
            <a:ext cx="10058400" cy="306578"/>
          </a:xfrm>
          <a:prstGeom prst="rect">
            <a:avLst/>
          </a:prstGeom>
        </p:spPr>
      </p:pic>
      <p:pic>
        <p:nvPicPr>
          <p:cNvPr id="19" name="bg object 19"/>
          <p:cNvPicPr/>
          <p:nvPr/>
        </p:nvPicPr>
        <p:blipFill>
          <a:blip r:embed="rId3" cstate="print"/>
          <a:stretch>
            <a:fillRect/>
          </a:stretch>
        </p:blipFill>
        <p:spPr>
          <a:xfrm>
            <a:off x="6713219" y="2816351"/>
            <a:ext cx="3292221" cy="3284220"/>
          </a:xfrm>
          <a:prstGeom prst="rect">
            <a:avLst/>
          </a:prstGeom>
        </p:spPr>
      </p:pic>
      <p:sp>
        <p:nvSpPr>
          <p:cNvPr id="20" name="bg object 20"/>
          <p:cNvSpPr/>
          <p:nvPr/>
        </p:nvSpPr>
        <p:spPr>
          <a:xfrm>
            <a:off x="0" y="1057655"/>
            <a:ext cx="10058400" cy="584200"/>
          </a:xfrm>
          <a:custGeom>
            <a:avLst/>
            <a:gdLst/>
            <a:ahLst/>
            <a:cxnLst/>
            <a:rect l="l" t="t" r="r" b="b"/>
            <a:pathLst>
              <a:path w="10058400" h="584200">
                <a:moveTo>
                  <a:pt x="10058400" y="0"/>
                </a:moveTo>
                <a:lnTo>
                  <a:pt x="0" y="0"/>
                </a:lnTo>
                <a:lnTo>
                  <a:pt x="0" y="583692"/>
                </a:lnTo>
                <a:lnTo>
                  <a:pt x="10058400" y="583692"/>
                </a:lnTo>
                <a:lnTo>
                  <a:pt x="10058400" y="0"/>
                </a:lnTo>
                <a:close/>
              </a:path>
            </a:pathLst>
          </a:custGeom>
          <a:solidFill>
            <a:srgbClr val="0C5292"/>
          </a:solidFill>
        </p:spPr>
        <p:txBody>
          <a:bodyPr wrap="square" lIns="0" tIns="0" rIns="0" bIns="0" rtlCol="0"/>
          <a:lstStyle/>
          <a:p>
            <a:endParaRPr/>
          </a:p>
        </p:txBody>
      </p:sp>
      <p:sp>
        <p:nvSpPr>
          <p:cNvPr id="21" name="bg object 21"/>
          <p:cNvSpPr/>
          <p:nvPr/>
        </p:nvSpPr>
        <p:spPr>
          <a:xfrm>
            <a:off x="0" y="1641347"/>
            <a:ext cx="10058400" cy="0"/>
          </a:xfrm>
          <a:custGeom>
            <a:avLst/>
            <a:gdLst/>
            <a:ahLst/>
            <a:cxnLst/>
            <a:rect l="l" t="t" r="r" b="b"/>
            <a:pathLst>
              <a:path w="10058400">
                <a:moveTo>
                  <a:pt x="10058400" y="0"/>
                </a:moveTo>
                <a:lnTo>
                  <a:pt x="0" y="0"/>
                </a:lnTo>
              </a:path>
            </a:pathLst>
          </a:custGeom>
          <a:ln w="7620">
            <a:solidFill>
              <a:srgbClr val="0C5292"/>
            </a:solidFill>
          </a:ln>
        </p:spPr>
        <p:txBody>
          <a:bodyPr wrap="square" lIns="0" tIns="0" rIns="0" bIns="0" rtlCol="0"/>
          <a:lstStyle/>
          <a:p>
            <a:endParaRPr/>
          </a:p>
        </p:txBody>
      </p:sp>
      <p:sp>
        <p:nvSpPr>
          <p:cNvPr id="22" name="bg object 22"/>
          <p:cNvSpPr/>
          <p:nvPr/>
        </p:nvSpPr>
        <p:spPr>
          <a:xfrm>
            <a:off x="0" y="1185671"/>
            <a:ext cx="10058400" cy="1057910"/>
          </a:xfrm>
          <a:custGeom>
            <a:avLst/>
            <a:gdLst/>
            <a:ahLst/>
            <a:cxnLst/>
            <a:rect l="l" t="t" r="r" b="b"/>
            <a:pathLst>
              <a:path w="10058400" h="1057910">
                <a:moveTo>
                  <a:pt x="9963912" y="0"/>
                </a:moveTo>
                <a:lnTo>
                  <a:pt x="100584" y="0"/>
                </a:lnTo>
                <a:lnTo>
                  <a:pt x="58601" y="8508"/>
                </a:lnTo>
                <a:lnTo>
                  <a:pt x="24193" y="31750"/>
                </a:lnTo>
                <a:lnTo>
                  <a:pt x="928" y="66167"/>
                </a:lnTo>
                <a:lnTo>
                  <a:pt x="0" y="70738"/>
                </a:lnTo>
                <a:lnTo>
                  <a:pt x="0" y="987425"/>
                </a:lnTo>
                <a:lnTo>
                  <a:pt x="928" y="992124"/>
                </a:lnTo>
                <a:lnTo>
                  <a:pt x="24193" y="1026413"/>
                </a:lnTo>
                <a:lnTo>
                  <a:pt x="58601" y="1049274"/>
                </a:lnTo>
                <a:lnTo>
                  <a:pt x="100584" y="1057655"/>
                </a:lnTo>
                <a:lnTo>
                  <a:pt x="9963912" y="1057655"/>
                </a:lnTo>
                <a:lnTo>
                  <a:pt x="10005949" y="1049274"/>
                </a:lnTo>
                <a:lnTo>
                  <a:pt x="10040239" y="1026413"/>
                </a:lnTo>
                <a:lnTo>
                  <a:pt x="10058400" y="999743"/>
                </a:lnTo>
                <a:lnTo>
                  <a:pt x="10058400" y="58547"/>
                </a:lnTo>
                <a:lnTo>
                  <a:pt x="10040239" y="31750"/>
                </a:lnTo>
                <a:lnTo>
                  <a:pt x="10005949" y="8508"/>
                </a:lnTo>
                <a:lnTo>
                  <a:pt x="9963912" y="0"/>
                </a:lnTo>
                <a:close/>
              </a:path>
            </a:pathLst>
          </a:custGeom>
          <a:solidFill>
            <a:srgbClr val="0C5292"/>
          </a:solidFill>
        </p:spPr>
        <p:txBody>
          <a:bodyPr wrap="square" lIns="0" tIns="0" rIns="0" bIns="0" rtlCol="0"/>
          <a:lstStyle/>
          <a:p>
            <a:endParaRPr/>
          </a:p>
        </p:txBody>
      </p:sp>
      <p:sp>
        <p:nvSpPr>
          <p:cNvPr id="23" name="bg object 23"/>
          <p:cNvSpPr/>
          <p:nvPr/>
        </p:nvSpPr>
        <p:spPr>
          <a:xfrm>
            <a:off x="0" y="1185671"/>
            <a:ext cx="10058400" cy="1057910"/>
          </a:xfrm>
          <a:custGeom>
            <a:avLst/>
            <a:gdLst/>
            <a:ahLst/>
            <a:cxnLst/>
            <a:rect l="l" t="t" r="r" b="b"/>
            <a:pathLst>
              <a:path w="10058400" h="1057910">
                <a:moveTo>
                  <a:pt x="0" y="70738"/>
                </a:moveTo>
                <a:lnTo>
                  <a:pt x="928" y="66167"/>
                </a:lnTo>
                <a:lnTo>
                  <a:pt x="24193" y="31750"/>
                </a:lnTo>
                <a:lnTo>
                  <a:pt x="58601" y="8508"/>
                </a:lnTo>
                <a:lnTo>
                  <a:pt x="100584" y="0"/>
                </a:lnTo>
                <a:lnTo>
                  <a:pt x="9963912" y="0"/>
                </a:lnTo>
                <a:lnTo>
                  <a:pt x="10005949" y="8508"/>
                </a:lnTo>
                <a:lnTo>
                  <a:pt x="10040239" y="31750"/>
                </a:lnTo>
                <a:lnTo>
                  <a:pt x="10058400" y="58547"/>
                </a:lnTo>
              </a:path>
              <a:path w="10058400" h="1057910">
                <a:moveTo>
                  <a:pt x="10058400" y="999743"/>
                </a:moveTo>
                <a:lnTo>
                  <a:pt x="10040239" y="1026413"/>
                </a:lnTo>
                <a:lnTo>
                  <a:pt x="10005949" y="1049274"/>
                </a:lnTo>
                <a:lnTo>
                  <a:pt x="9963912" y="1057655"/>
                </a:lnTo>
                <a:lnTo>
                  <a:pt x="100584" y="1057655"/>
                </a:lnTo>
                <a:lnTo>
                  <a:pt x="58601" y="1049274"/>
                </a:lnTo>
                <a:lnTo>
                  <a:pt x="24193" y="1026413"/>
                </a:lnTo>
                <a:lnTo>
                  <a:pt x="928" y="992124"/>
                </a:lnTo>
                <a:lnTo>
                  <a:pt x="0" y="987425"/>
                </a:lnTo>
              </a:path>
            </a:pathLst>
          </a:custGeom>
          <a:ln w="7620">
            <a:solidFill>
              <a:srgbClr val="0C5292"/>
            </a:solidFill>
          </a:ln>
        </p:spPr>
        <p:txBody>
          <a:bodyPr wrap="square" lIns="0" tIns="0" rIns="0" bIns="0" rtlCol="0"/>
          <a:lstStyle/>
          <a:p>
            <a:endParaRPr/>
          </a:p>
        </p:txBody>
      </p:sp>
      <p:sp>
        <p:nvSpPr>
          <p:cNvPr id="24" name="bg object 24"/>
          <p:cNvSpPr/>
          <p:nvPr/>
        </p:nvSpPr>
        <p:spPr>
          <a:xfrm>
            <a:off x="8880347" y="1057655"/>
            <a:ext cx="709930" cy="1186180"/>
          </a:xfrm>
          <a:custGeom>
            <a:avLst/>
            <a:gdLst/>
            <a:ahLst/>
            <a:cxnLst/>
            <a:rect l="l" t="t" r="r" b="b"/>
            <a:pathLst>
              <a:path w="709929" h="1186180">
                <a:moveTo>
                  <a:pt x="709422" y="0"/>
                </a:moveTo>
                <a:lnTo>
                  <a:pt x="406146" y="0"/>
                </a:lnTo>
                <a:lnTo>
                  <a:pt x="0" y="1185672"/>
                </a:lnTo>
                <a:lnTo>
                  <a:pt x="301751" y="1185672"/>
                </a:lnTo>
                <a:lnTo>
                  <a:pt x="709422" y="0"/>
                </a:lnTo>
                <a:close/>
              </a:path>
            </a:pathLst>
          </a:custGeom>
          <a:solidFill>
            <a:srgbClr val="D1AD6B"/>
          </a:solidFill>
        </p:spPr>
        <p:txBody>
          <a:bodyPr wrap="square" lIns="0" tIns="0" rIns="0" bIns="0" rtlCol="0"/>
          <a:lstStyle/>
          <a:p>
            <a:endParaRPr/>
          </a:p>
        </p:txBody>
      </p:sp>
      <p:sp>
        <p:nvSpPr>
          <p:cNvPr id="25" name="bg object 25"/>
          <p:cNvSpPr/>
          <p:nvPr/>
        </p:nvSpPr>
        <p:spPr>
          <a:xfrm>
            <a:off x="6364224" y="1057655"/>
            <a:ext cx="3161665" cy="1203960"/>
          </a:xfrm>
          <a:custGeom>
            <a:avLst/>
            <a:gdLst/>
            <a:ahLst/>
            <a:cxnLst/>
            <a:rect l="l" t="t" r="r" b="b"/>
            <a:pathLst>
              <a:path w="3161665" h="1203960">
                <a:moveTo>
                  <a:pt x="3161665" y="0"/>
                </a:moveTo>
                <a:lnTo>
                  <a:pt x="409321" y="0"/>
                </a:lnTo>
                <a:lnTo>
                  <a:pt x="0" y="1203960"/>
                </a:lnTo>
                <a:lnTo>
                  <a:pt x="2753868" y="1203960"/>
                </a:lnTo>
                <a:lnTo>
                  <a:pt x="3161665" y="0"/>
                </a:lnTo>
                <a:close/>
              </a:path>
            </a:pathLst>
          </a:custGeom>
          <a:solidFill>
            <a:srgbClr val="FFFFFF"/>
          </a:solidFill>
        </p:spPr>
        <p:txBody>
          <a:bodyPr wrap="square" lIns="0" tIns="0" rIns="0" bIns="0" rtlCol="0"/>
          <a:lstStyle/>
          <a:p>
            <a:endParaRPr/>
          </a:p>
        </p:txBody>
      </p:sp>
      <p:sp>
        <p:nvSpPr>
          <p:cNvPr id="26" name="bg object 26"/>
          <p:cNvSpPr/>
          <p:nvPr/>
        </p:nvSpPr>
        <p:spPr>
          <a:xfrm>
            <a:off x="0" y="6507480"/>
            <a:ext cx="10058400" cy="208915"/>
          </a:xfrm>
          <a:custGeom>
            <a:avLst/>
            <a:gdLst/>
            <a:ahLst/>
            <a:cxnLst/>
            <a:rect l="l" t="t" r="r" b="b"/>
            <a:pathLst>
              <a:path w="10058400" h="208915">
                <a:moveTo>
                  <a:pt x="10058400" y="0"/>
                </a:moveTo>
                <a:lnTo>
                  <a:pt x="0" y="0"/>
                </a:lnTo>
                <a:lnTo>
                  <a:pt x="0" y="208788"/>
                </a:lnTo>
                <a:lnTo>
                  <a:pt x="10058400" y="208788"/>
                </a:lnTo>
                <a:lnTo>
                  <a:pt x="10058400" y="0"/>
                </a:lnTo>
                <a:close/>
              </a:path>
            </a:pathLst>
          </a:custGeom>
          <a:solidFill>
            <a:srgbClr val="0C5292"/>
          </a:solidFill>
        </p:spPr>
        <p:txBody>
          <a:bodyPr wrap="square" lIns="0" tIns="0" rIns="0" bIns="0" rtlCol="0"/>
          <a:lstStyle/>
          <a:p>
            <a:endParaRPr/>
          </a:p>
        </p:txBody>
      </p:sp>
      <p:sp>
        <p:nvSpPr>
          <p:cNvPr id="27" name="bg object 27"/>
          <p:cNvSpPr/>
          <p:nvPr/>
        </p:nvSpPr>
        <p:spPr>
          <a:xfrm>
            <a:off x="0" y="6507480"/>
            <a:ext cx="10058400" cy="0"/>
          </a:xfrm>
          <a:custGeom>
            <a:avLst/>
            <a:gdLst/>
            <a:ahLst/>
            <a:cxnLst/>
            <a:rect l="l" t="t" r="r" b="b"/>
            <a:pathLst>
              <a:path w="10058400">
                <a:moveTo>
                  <a:pt x="0" y="0"/>
                </a:moveTo>
                <a:lnTo>
                  <a:pt x="10058400" y="0"/>
                </a:lnTo>
              </a:path>
            </a:pathLst>
          </a:custGeom>
          <a:ln w="7620">
            <a:solidFill>
              <a:srgbClr val="0C5292"/>
            </a:solidFill>
          </a:ln>
        </p:spPr>
        <p:txBody>
          <a:bodyPr wrap="square" lIns="0" tIns="0" rIns="0" bIns="0" rtlCol="0"/>
          <a:lstStyle/>
          <a:p>
            <a:endParaRPr/>
          </a:p>
        </p:txBody>
      </p:sp>
      <p:sp>
        <p:nvSpPr>
          <p:cNvPr id="28" name="bg object 28"/>
          <p:cNvSpPr/>
          <p:nvPr/>
        </p:nvSpPr>
        <p:spPr>
          <a:xfrm>
            <a:off x="0" y="5925312"/>
            <a:ext cx="10058400" cy="608330"/>
          </a:xfrm>
          <a:custGeom>
            <a:avLst/>
            <a:gdLst/>
            <a:ahLst/>
            <a:cxnLst/>
            <a:rect l="l" t="t" r="r" b="b"/>
            <a:pathLst>
              <a:path w="10058400" h="608329">
                <a:moveTo>
                  <a:pt x="10009632" y="0"/>
                </a:moveTo>
                <a:lnTo>
                  <a:pt x="54864" y="0"/>
                </a:lnTo>
                <a:lnTo>
                  <a:pt x="30956" y="4825"/>
                </a:lnTo>
                <a:lnTo>
                  <a:pt x="11049" y="18033"/>
                </a:lnTo>
                <a:lnTo>
                  <a:pt x="0" y="34162"/>
                </a:lnTo>
                <a:lnTo>
                  <a:pt x="0" y="574421"/>
                </a:lnTo>
                <a:lnTo>
                  <a:pt x="11049" y="590169"/>
                </a:lnTo>
                <a:lnTo>
                  <a:pt x="30956" y="603262"/>
                </a:lnTo>
                <a:lnTo>
                  <a:pt x="54864" y="608076"/>
                </a:lnTo>
                <a:lnTo>
                  <a:pt x="10009632" y="608076"/>
                </a:lnTo>
                <a:lnTo>
                  <a:pt x="10034143" y="603262"/>
                </a:lnTo>
                <a:lnTo>
                  <a:pt x="10053955" y="590169"/>
                </a:lnTo>
                <a:lnTo>
                  <a:pt x="10058400" y="583768"/>
                </a:lnTo>
                <a:lnTo>
                  <a:pt x="10058400" y="24637"/>
                </a:lnTo>
                <a:lnTo>
                  <a:pt x="10053955" y="18033"/>
                </a:lnTo>
                <a:lnTo>
                  <a:pt x="10034143" y="4825"/>
                </a:lnTo>
                <a:lnTo>
                  <a:pt x="10009632" y="0"/>
                </a:lnTo>
                <a:close/>
              </a:path>
            </a:pathLst>
          </a:custGeom>
          <a:solidFill>
            <a:srgbClr val="0C5292"/>
          </a:solidFill>
        </p:spPr>
        <p:txBody>
          <a:bodyPr wrap="square" lIns="0" tIns="0" rIns="0" bIns="0" rtlCol="0"/>
          <a:lstStyle/>
          <a:p>
            <a:endParaRPr/>
          </a:p>
        </p:txBody>
      </p:sp>
      <p:sp>
        <p:nvSpPr>
          <p:cNvPr id="29" name="bg object 29"/>
          <p:cNvSpPr/>
          <p:nvPr/>
        </p:nvSpPr>
        <p:spPr>
          <a:xfrm>
            <a:off x="0" y="5925312"/>
            <a:ext cx="10058400" cy="608330"/>
          </a:xfrm>
          <a:custGeom>
            <a:avLst/>
            <a:gdLst/>
            <a:ahLst/>
            <a:cxnLst/>
            <a:rect l="l" t="t" r="r" b="b"/>
            <a:pathLst>
              <a:path w="10058400" h="608329">
                <a:moveTo>
                  <a:pt x="0" y="34162"/>
                </a:moveTo>
                <a:lnTo>
                  <a:pt x="11049" y="18033"/>
                </a:lnTo>
                <a:lnTo>
                  <a:pt x="30956" y="4825"/>
                </a:lnTo>
                <a:lnTo>
                  <a:pt x="54864" y="0"/>
                </a:lnTo>
                <a:lnTo>
                  <a:pt x="10009632" y="0"/>
                </a:lnTo>
                <a:lnTo>
                  <a:pt x="10034143" y="4825"/>
                </a:lnTo>
                <a:lnTo>
                  <a:pt x="10053955" y="18033"/>
                </a:lnTo>
                <a:lnTo>
                  <a:pt x="10058400" y="24637"/>
                </a:lnTo>
              </a:path>
              <a:path w="10058400" h="608329">
                <a:moveTo>
                  <a:pt x="10058400" y="583768"/>
                </a:moveTo>
                <a:lnTo>
                  <a:pt x="10053955" y="590169"/>
                </a:lnTo>
                <a:lnTo>
                  <a:pt x="10034143" y="603262"/>
                </a:lnTo>
                <a:lnTo>
                  <a:pt x="10009632" y="608076"/>
                </a:lnTo>
                <a:lnTo>
                  <a:pt x="54864" y="608076"/>
                </a:lnTo>
                <a:lnTo>
                  <a:pt x="30956" y="603262"/>
                </a:lnTo>
                <a:lnTo>
                  <a:pt x="11049" y="590169"/>
                </a:lnTo>
                <a:lnTo>
                  <a:pt x="0" y="574421"/>
                </a:lnTo>
              </a:path>
            </a:pathLst>
          </a:custGeom>
          <a:ln w="7620">
            <a:solidFill>
              <a:srgbClr val="0C5292"/>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7" name="Holder 7"/>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5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5" name="Holder 5"/>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4" name="Holder 4"/>
          <p:cNvSpPr>
            <a:spLocks noGrp="1"/>
          </p:cNvSpPr>
          <p:nvPr>
            <p:ph type="sldNum" sz="quarter" idx="7"/>
          </p:nvPr>
        </p:nvSpPr>
        <p:spPr/>
        <p:txBody>
          <a:bodyPr lIns="0" tIns="0" rIns="0" bIns="0"/>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057656"/>
            <a:ext cx="10058400" cy="208915"/>
          </a:xfrm>
          <a:custGeom>
            <a:avLst/>
            <a:gdLst/>
            <a:ahLst/>
            <a:cxnLst/>
            <a:rect l="l" t="t" r="r" b="b"/>
            <a:pathLst>
              <a:path w="10058400" h="208915">
                <a:moveTo>
                  <a:pt x="10058400" y="0"/>
                </a:moveTo>
                <a:lnTo>
                  <a:pt x="0" y="0"/>
                </a:lnTo>
                <a:lnTo>
                  <a:pt x="0" y="208788"/>
                </a:lnTo>
                <a:lnTo>
                  <a:pt x="10058400" y="208788"/>
                </a:lnTo>
                <a:lnTo>
                  <a:pt x="10058400" y="0"/>
                </a:lnTo>
                <a:close/>
              </a:path>
            </a:pathLst>
          </a:custGeom>
          <a:solidFill>
            <a:srgbClr val="0C5292"/>
          </a:solidFill>
        </p:spPr>
        <p:txBody>
          <a:bodyPr wrap="square" lIns="0" tIns="0" rIns="0" bIns="0" rtlCol="0"/>
          <a:lstStyle/>
          <a:p>
            <a:endParaRPr/>
          </a:p>
        </p:txBody>
      </p:sp>
      <p:sp>
        <p:nvSpPr>
          <p:cNvPr id="17" name="bg object 17"/>
          <p:cNvSpPr/>
          <p:nvPr/>
        </p:nvSpPr>
        <p:spPr>
          <a:xfrm>
            <a:off x="0" y="1057656"/>
            <a:ext cx="10058400" cy="208915"/>
          </a:xfrm>
          <a:custGeom>
            <a:avLst/>
            <a:gdLst/>
            <a:ahLst/>
            <a:cxnLst/>
            <a:rect l="l" t="t" r="r" b="b"/>
            <a:pathLst>
              <a:path w="10058400" h="208915">
                <a:moveTo>
                  <a:pt x="10058400" y="0"/>
                </a:moveTo>
                <a:lnTo>
                  <a:pt x="10058400" y="208788"/>
                </a:lnTo>
                <a:lnTo>
                  <a:pt x="0" y="208788"/>
                </a:lnTo>
                <a:lnTo>
                  <a:pt x="0" y="0"/>
                </a:lnTo>
              </a:path>
            </a:pathLst>
          </a:custGeom>
          <a:ln w="7620">
            <a:solidFill>
              <a:srgbClr val="0C5292"/>
            </a:solidFill>
          </a:ln>
        </p:spPr>
        <p:txBody>
          <a:bodyPr wrap="square" lIns="0" tIns="0" rIns="0" bIns="0" rtlCol="0"/>
          <a:lstStyle/>
          <a:p>
            <a:endParaRPr/>
          </a:p>
        </p:txBody>
      </p:sp>
      <p:sp>
        <p:nvSpPr>
          <p:cNvPr id="18" name="bg object 18"/>
          <p:cNvSpPr/>
          <p:nvPr/>
        </p:nvSpPr>
        <p:spPr>
          <a:xfrm>
            <a:off x="0" y="6516624"/>
            <a:ext cx="10058400" cy="200025"/>
          </a:xfrm>
          <a:custGeom>
            <a:avLst/>
            <a:gdLst/>
            <a:ahLst/>
            <a:cxnLst/>
            <a:rect l="l" t="t" r="r" b="b"/>
            <a:pathLst>
              <a:path w="10058400" h="200025">
                <a:moveTo>
                  <a:pt x="10058400" y="0"/>
                </a:moveTo>
                <a:lnTo>
                  <a:pt x="0" y="0"/>
                </a:lnTo>
                <a:lnTo>
                  <a:pt x="0" y="199644"/>
                </a:lnTo>
                <a:lnTo>
                  <a:pt x="10058400" y="199644"/>
                </a:lnTo>
                <a:lnTo>
                  <a:pt x="10058400" y="0"/>
                </a:lnTo>
                <a:close/>
              </a:path>
            </a:pathLst>
          </a:custGeom>
          <a:solidFill>
            <a:srgbClr val="0C5292"/>
          </a:solidFill>
        </p:spPr>
        <p:txBody>
          <a:bodyPr wrap="square" lIns="0" tIns="0" rIns="0" bIns="0" rtlCol="0"/>
          <a:lstStyle/>
          <a:p>
            <a:endParaRPr/>
          </a:p>
        </p:txBody>
      </p:sp>
      <p:sp>
        <p:nvSpPr>
          <p:cNvPr id="19" name="bg object 19"/>
          <p:cNvSpPr/>
          <p:nvPr/>
        </p:nvSpPr>
        <p:spPr>
          <a:xfrm>
            <a:off x="0" y="6516624"/>
            <a:ext cx="10058400" cy="200025"/>
          </a:xfrm>
          <a:custGeom>
            <a:avLst/>
            <a:gdLst/>
            <a:ahLst/>
            <a:cxnLst/>
            <a:rect l="l" t="t" r="r" b="b"/>
            <a:pathLst>
              <a:path w="10058400" h="200025">
                <a:moveTo>
                  <a:pt x="0" y="199644"/>
                </a:moveTo>
                <a:lnTo>
                  <a:pt x="0" y="0"/>
                </a:lnTo>
                <a:lnTo>
                  <a:pt x="10058400" y="0"/>
                </a:lnTo>
                <a:lnTo>
                  <a:pt x="10058400" y="199644"/>
                </a:lnTo>
              </a:path>
            </a:pathLst>
          </a:custGeom>
          <a:ln w="7619">
            <a:solidFill>
              <a:srgbClr val="0C5292"/>
            </a:solidFill>
          </a:ln>
        </p:spPr>
        <p:txBody>
          <a:bodyPr wrap="square" lIns="0" tIns="0" rIns="0" bIns="0" rtlCol="0"/>
          <a:lstStyle/>
          <a:p>
            <a:endParaRPr/>
          </a:p>
        </p:txBody>
      </p:sp>
      <p:pic>
        <p:nvPicPr>
          <p:cNvPr id="20" name="bg object 20"/>
          <p:cNvPicPr/>
          <p:nvPr/>
        </p:nvPicPr>
        <p:blipFill>
          <a:blip r:embed="rId7" cstate="print"/>
          <a:stretch>
            <a:fillRect/>
          </a:stretch>
        </p:blipFill>
        <p:spPr>
          <a:xfrm>
            <a:off x="0" y="6323838"/>
            <a:ext cx="10058400" cy="306578"/>
          </a:xfrm>
          <a:prstGeom prst="rect">
            <a:avLst/>
          </a:prstGeom>
        </p:spPr>
      </p:pic>
      <p:pic>
        <p:nvPicPr>
          <p:cNvPr id="21" name="bg object 21"/>
          <p:cNvPicPr/>
          <p:nvPr/>
        </p:nvPicPr>
        <p:blipFill>
          <a:blip r:embed="rId8" cstate="print"/>
          <a:stretch>
            <a:fillRect/>
          </a:stretch>
        </p:blipFill>
        <p:spPr>
          <a:xfrm>
            <a:off x="6713220" y="2816352"/>
            <a:ext cx="3292221" cy="3284220"/>
          </a:xfrm>
          <a:prstGeom prst="rect">
            <a:avLst/>
          </a:prstGeom>
        </p:spPr>
      </p:pic>
      <p:sp>
        <p:nvSpPr>
          <p:cNvPr id="2" name="Holder 2"/>
          <p:cNvSpPr>
            <a:spLocks noGrp="1"/>
          </p:cNvSpPr>
          <p:nvPr>
            <p:ph type="title"/>
          </p:nvPr>
        </p:nvSpPr>
        <p:spPr>
          <a:xfrm>
            <a:off x="2155698" y="1406093"/>
            <a:ext cx="5747003" cy="476250"/>
          </a:xfrm>
          <a:prstGeom prst="rect">
            <a:avLst/>
          </a:prstGeom>
        </p:spPr>
        <p:txBody>
          <a:bodyPr wrap="square" lIns="0" tIns="0" rIns="0" bIns="0">
            <a:spAutoFit/>
          </a:bodyPr>
          <a:lstStyle>
            <a:lvl1pPr>
              <a:defRPr sz="295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474370" y="2038350"/>
            <a:ext cx="5502275" cy="2334260"/>
          </a:xfrm>
          <a:prstGeom prst="rect">
            <a:avLst/>
          </a:prstGeom>
        </p:spPr>
        <p:txBody>
          <a:bodyPr wrap="square" lIns="0" tIns="0" rIns="0" bIns="0">
            <a:spAutoFit/>
          </a:bodyPr>
          <a:lstStyle>
            <a:lvl1pPr>
              <a:defRPr sz="1950" b="1"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9/11/2026</a:t>
            </a:fld>
            <a:endParaRPr lang="en-US"/>
          </a:p>
        </p:txBody>
      </p:sp>
      <p:sp>
        <p:nvSpPr>
          <p:cNvPr id="6" name="Holder 6"/>
          <p:cNvSpPr>
            <a:spLocks noGrp="1"/>
          </p:cNvSpPr>
          <p:nvPr>
            <p:ph type="sldNum" sz="quarter" idx="7"/>
          </p:nvPr>
        </p:nvSpPr>
        <p:spPr>
          <a:xfrm>
            <a:off x="9583801" y="6422441"/>
            <a:ext cx="223520" cy="173990"/>
          </a:xfrm>
          <a:prstGeom prst="rect">
            <a:avLst/>
          </a:prstGeom>
        </p:spPr>
        <p:txBody>
          <a:bodyPr wrap="square" lIns="0" tIns="0" rIns="0" bIns="0">
            <a:spAutoFit/>
          </a:bodyPr>
          <a:lstStyle>
            <a:lvl1pPr>
              <a:defRPr sz="1000" b="0" i="0">
                <a:solidFill>
                  <a:schemeClr val="bg1"/>
                </a:solidFill>
                <a:latin typeface="Cambria"/>
                <a:cs typeface="Cambria"/>
              </a:defRPr>
            </a:lvl1pPr>
          </a:lstStyle>
          <a:p>
            <a:pPr marL="38100">
              <a:lnSpc>
                <a:spcPct val="100000"/>
              </a:lnSpc>
              <a:spcBef>
                <a:spcPts val="45"/>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2094" y="5957311"/>
            <a:ext cx="2684145" cy="549910"/>
          </a:xfrm>
          <a:prstGeom prst="rect">
            <a:avLst/>
          </a:prstGeom>
        </p:spPr>
        <p:txBody>
          <a:bodyPr vert="horz" wrap="square" lIns="0" tIns="33019" rIns="0" bIns="0" rtlCol="0">
            <a:spAutoFit/>
          </a:bodyPr>
          <a:lstStyle/>
          <a:p>
            <a:pPr marR="2540" algn="ctr">
              <a:lnSpc>
                <a:spcPct val="100000"/>
              </a:lnSpc>
              <a:spcBef>
                <a:spcPts val="259"/>
              </a:spcBef>
            </a:pPr>
            <a:r>
              <a:rPr sz="1200" b="1" spc="-10" dirty="0">
                <a:solidFill>
                  <a:srgbClr val="D1AD6B"/>
                </a:solidFill>
                <a:latin typeface="Times New Roman" panose="02020603050405020304" pitchFamily="18" charset="0"/>
                <a:cs typeface="Times New Roman" panose="02020603050405020304" pitchFamily="18" charset="0"/>
              </a:rPr>
              <a:t>Mission</a:t>
            </a:r>
            <a:endParaRPr sz="1200">
              <a:latin typeface="Times New Roman" panose="02020603050405020304" pitchFamily="18" charset="0"/>
              <a:cs typeface="Times New Roman" panose="02020603050405020304" pitchFamily="18" charset="0"/>
            </a:endParaRPr>
          </a:p>
          <a:p>
            <a:pPr algn="ctr">
              <a:lnSpc>
                <a:spcPct val="100000"/>
              </a:lnSpc>
              <a:spcBef>
                <a:spcPts val="125"/>
              </a:spcBef>
            </a:pPr>
            <a:r>
              <a:rPr sz="1000" spc="-65" dirty="0">
                <a:solidFill>
                  <a:srgbClr val="FFFFFF"/>
                </a:solidFill>
                <a:latin typeface="Times New Roman" panose="02020603050405020304" pitchFamily="18" charset="0"/>
                <a:cs typeface="Times New Roman" panose="02020603050405020304" pitchFamily="18" charset="0"/>
              </a:rPr>
              <a:t>Christ</a:t>
            </a:r>
            <a:r>
              <a:rPr sz="1000" spc="-55" dirty="0">
                <a:solidFill>
                  <a:srgbClr val="FFFFFF"/>
                </a:solidFill>
                <a:latin typeface="Times New Roman" panose="02020603050405020304" pitchFamily="18" charset="0"/>
                <a:cs typeface="Times New Roman" panose="02020603050405020304" pitchFamily="18" charset="0"/>
              </a:rPr>
              <a:t> </a:t>
            </a:r>
            <a:r>
              <a:rPr sz="1000" spc="-80" dirty="0">
                <a:solidFill>
                  <a:srgbClr val="FFFFFF"/>
                </a:solidFill>
                <a:latin typeface="Times New Roman" panose="02020603050405020304" pitchFamily="18" charset="0"/>
                <a:cs typeface="Times New Roman" panose="02020603050405020304" pitchFamily="18" charset="0"/>
              </a:rPr>
              <a:t>University</a:t>
            </a:r>
            <a:r>
              <a:rPr sz="1000" spc="-50" dirty="0">
                <a:solidFill>
                  <a:srgbClr val="FFFFFF"/>
                </a:solidFill>
                <a:latin typeface="Times New Roman" panose="02020603050405020304" pitchFamily="18" charset="0"/>
                <a:cs typeface="Times New Roman" panose="02020603050405020304" pitchFamily="18" charset="0"/>
              </a:rPr>
              <a:t> </a:t>
            </a:r>
            <a:r>
              <a:rPr sz="1000" spc="-20" dirty="0">
                <a:solidFill>
                  <a:srgbClr val="FFFFFF"/>
                </a:solidFill>
                <a:latin typeface="Times New Roman" panose="02020603050405020304" pitchFamily="18" charset="0"/>
                <a:cs typeface="Times New Roman" panose="02020603050405020304" pitchFamily="18" charset="0"/>
              </a:rPr>
              <a:t>is</a:t>
            </a:r>
            <a:r>
              <a:rPr sz="1000" spc="-30" dirty="0">
                <a:solidFill>
                  <a:srgbClr val="FFFFFF"/>
                </a:solidFill>
                <a:latin typeface="Times New Roman" panose="02020603050405020304" pitchFamily="18" charset="0"/>
                <a:cs typeface="Times New Roman" panose="02020603050405020304" pitchFamily="18" charset="0"/>
              </a:rPr>
              <a:t> </a:t>
            </a:r>
            <a:r>
              <a:rPr sz="1000" spc="-10" dirty="0">
                <a:solidFill>
                  <a:srgbClr val="FFFFFF"/>
                </a:solidFill>
                <a:latin typeface="Times New Roman" panose="02020603050405020304" pitchFamily="18" charset="0"/>
                <a:cs typeface="Times New Roman" panose="02020603050405020304" pitchFamily="18" charset="0"/>
              </a:rPr>
              <a:t>a</a:t>
            </a:r>
            <a:r>
              <a:rPr sz="1000" spc="-80" dirty="0">
                <a:solidFill>
                  <a:srgbClr val="FFFFFF"/>
                </a:solidFill>
                <a:latin typeface="Times New Roman" panose="02020603050405020304" pitchFamily="18" charset="0"/>
                <a:cs typeface="Times New Roman" panose="02020603050405020304" pitchFamily="18" charset="0"/>
              </a:rPr>
              <a:t> </a:t>
            </a:r>
            <a:r>
              <a:rPr sz="1000" spc="-90" dirty="0">
                <a:solidFill>
                  <a:srgbClr val="FFFFFF"/>
                </a:solidFill>
                <a:latin typeface="Times New Roman" panose="02020603050405020304" pitchFamily="18" charset="0"/>
                <a:cs typeface="Times New Roman" panose="02020603050405020304" pitchFamily="18" charset="0"/>
              </a:rPr>
              <a:t>nurturing</a:t>
            </a:r>
            <a:r>
              <a:rPr sz="1000" spc="-145" dirty="0">
                <a:solidFill>
                  <a:srgbClr val="FFFFFF"/>
                </a:solidFill>
                <a:latin typeface="Times New Roman" panose="02020603050405020304" pitchFamily="18" charset="0"/>
                <a:cs typeface="Times New Roman" panose="02020603050405020304" pitchFamily="18" charset="0"/>
              </a:rPr>
              <a:t> </a:t>
            </a:r>
            <a:r>
              <a:rPr sz="1000" spc="-85" dirty="0">
                <a:solidFill>
                  <a:srgbClr val="FFFFFF"/>
                </a:solidFill>
                <a:latin typeface="Times New Roman" panose="02020603050405020304" pitchFamily="18" charset="0"/>
                <a:cs typeface="Times New Roman" panose="02020603050405020304" pitchFamily="18" charset="0"/>
              </a:rPr>
              <a:t>ground</a:t>
            </a:r>
            <a:r>
              <a:rPr sz="1000" spc="-155" dirty="0">
                <a:solidFill>
                  <a:srgbClr val="FFFFFF"/>
                </a:solidFill>
                <a:latin typeface="Times New Roman" panose="02020603050405020304" pitchFamily="18" charset="0"/>
                <a:cs typeface="Times New Roman" panose="02020603050405020304" pitchFamily="18" charset="0"/>
              </a:rPr>
              <a:t> </a:t>
            </a:r>
            <a:r>
              <a:rPr sz="1000" spc="-65" dirty="0">
                <a:solidFill>
                  <a:srgbClr val="FFFFFF"/>
                </a:solidFill>
                <a:latin typeface="Times New Roman" panose="02020603050405020304" pitchFamily="18" charset="0"/>
                <a:cs typeface="Times New Roman" panose="02020603050405020304" pitchFamily="18" charset="0"/>
              </a:rPr>
              <a:t>for</a:t>
            </a:r>
            <a:r>
              <a:rPr sz="1000" spc="-85" dirty="0">
                <a:solidFill>
                  <a:srgbClr val="FFFFFF"/>
                </a:solidFill>
                <a:latin typeface="Times New Roman" panose="02020603050405020304" pitchFamily="18" charset="0"/>
                <a:cs typeface="Times New Roman" panose="02020603050405020304" pitchFamily="18" charset="0"/>
              </a:rPr>
              <a:t> </a:t>
            </a:r>
            <a:r>
              <a:rPr sz="1000" spc="-55" dirty="0">
                <a:solidFill>
                  <a:srgbClr val="FFFFFF"/>
                </a:solidFill>
                <a:latin typeface="Times New Roman" panose="02020603050405020304" pitchFamily="18" charset="0"/>
                <a:cs typeface="Times New Roman" panose="02020603050405020304" pitchFamily="18" charset="0"/>
              </a:rPr>
              <a:t>an</a:t>
            </a:r>
            <a:r>
              <a:rPr sz="1000" spc="-135" dirty="0">
                <a:solidFill>
                  <a:srgbClr val="FFFFFF"/>
                </a:solidFill>
                <a:latin typeface="Times New Roman" panose="02020603050405020304" pitchFamily="18" charset="0"/>
                <a:cs typeface="Times New Roman" panose="02020603050405020304" pitchFamily="18" charset="0"/>
              </a:rPr>
              <a:t> </a:t>
            </a:r>
            <a:r>
              <a:rPr sz="1000" spc="-25" dirty="0">
                <a:solidFill>
                  <a:srgbClr val="FFFFFF"/>
                </a:solidFill>
                <a:latin typeface="Times New Roman" panose="02020603050405020304" pitchFamily="18" charset="0"/>
                <a:cs typeface="Times New Roman" panose="02020603050405020304" pitchFamily="18" charset="0"/>
              </a:rPr>
              <a:t>individual’s</a:t>
            </a:r>
            <a:endParaRPr sz="1000">
              <a:latin typeface="Times New Roman" panose="02020603050405020304" pitchFamily="18" charset="0"/>
              <a:cs typeface="Times New Roman" panose="02020603050405020304" pitchFamily="18" charset="0"/>
            </a:endParaRPr>
          </a:p>
          <a:p>
            <a:pPr algn="ctr">
              <a:lnSpc>
                <a:spcPct val="100000"/>
              </a:lnSpc>
            </a:pPr>
            <a:r>
              <a:rPr sz="1000" spc="-65" dirty="0">
                <a:solidFill>
                  <a:srgbClr val="FFFFFF"/>
                </a:solidFill>
                <a:latin typeface="Times New Roman" panose="02020603050405020304" pitchFamily="18" charset="0"/>
                <a:cs typeface="Times New Roman" panose="02020603050405020304" pitchFamily="18" charset="0"/>
              </a:rPr>
              <a:t>holistic</a:t>
            </a:r>
            <a:r>
              <a:rPr sz="1000" spc="15" dirty="0">
                <a:solidFill>
                  <a:srgbClr val="FFFFFF"/>
                </a:solidFill>
                <a:latin typeface="Times New Roman" panose="02020603050405020304" pitchFamily="18" charset="0"/>
                <a:cs typeface="Times New Roman" panose="02020603050405020304" pitchFamily="18" charset="0"/>
              </a:rPr>
              <a:t> </a:t>
            </a:r>
            <a:r>
              <a:rPr sz="1000" spc="-90" dirty="0">
                <a:solidFill>
                  <a:srgbClr val="FFFFFF"/>
                </a:solidFill>
                <a:latin typeface="Times New Roman" panose="02020603050405020304" pitchFamily="18" charset="0"/>
                <a:cs typeface="Times New Roman" panose="02020603050405020304" pitchFamily="18" charset="0"/>
              </a:rPr>
              <a:t>development</a:t>
            </a:r>
            <a:r>
              <a:rPr sz="1000" spc="-165" dirty="0">
                <a:solidFill>
                  <a:srgbClr val="FFFFFF"/>
                </a:solidFill>
                <a:latin typeface="Times New Roman" panose="02020603050405020304" pitchFamily="18" charset="0"/>
                <a:cs typeface="Times New Roman" panose="02020603050405020304" pitchFamily="18" charset="0"/>
              </a:rPr>
              <a:t> </a:t>
            </a:r>
            <a:r>
              <a:rPr sz="1000" spc="-55" dirty="0">
                <a:solidFill>
                  <a:srgbClr val="FFFFFF"/>
                </a:solidFill>
                <a:latin typeface="Times New Roman" panose="02020603050405020304" pitchFamily="18" charset="0"/>
                <a:cs typeface="Times New Roman" panose="02020603050405020304" pitchFamily="18" charset="0"/>
              </a:rPr>
              <a:t>to</a:t>
            </a:r>
            <a:r>
              <a:rPr sz="1000" spc="-120" dirty="0">
                <a:solidFill>
                  <a:srgbClr val="FFFFFF"/>
                </a:solidFill>
                <a:latin typeface="Times New Roman" panose="02020603050405020304" pitchFamily="18" charset="0"/>
                <a:cs typeface="Times New Roman" panose="02020603050405020304" pitchFamily="18" charset="0"/>
              </a:rPr>
              <a:t> </a:t>
            </a:r>
            <a:r>
              <a:rPr sz="1000" spc="-85" dirty="0">
                <a:solidFill>
                  <a:srgbClr val="FFFFFF"/>
                </a:solidFill>
                <a:latin typeface="Times New Roman" panose="02020603050405020304" pitchFamily="18" charset="0"/>
                <a:cs typeface="Times New Roman" panose="02020603050405020304" pitchFamily="18" charset="0"/>
              </a:rPr>
              <a:t>make</a:t>
            </a:r>
            <a:r>
              <a:rPr sz="1000" spc="-95" dirty="0">
                <a:solidFill>
                  <a:srgbClr val="FFFFFF"/>
                </a:solidFill>
                <a:latin typeface="Times New Roman" panose="02020603050405020304" pitchFamily="18" charset="0"/>
                <a:cs typeface="Times New Roman" panose="02020603050405020304" pitchFamily="18" charset="0"/>
              </a:rPr>
              <a:t> </a:t>
            </a:r>
            <a:r>
              <a:rPr sz="1000" spc="-75" dirty="0">
                <a:solidFill>
                  <a:srgbClr val="FFFFFF"/>
                </a:solidFill>
                <a:latin typeface="Times New Roman" panose="02020603050405020304" pitchFamily="18" charset="0"/>
                <a:cs typeface="Times New Roman" panose="02020603050405020304" pitchFamily="18" charset="0"/>
              </a:rPr>
              <a:t>effective</a:t>
            </a:r>
            <a:r>
              <a:rPr sz="1000" spc="-100" dirty="0">
                <a:solidFill>
                  <a:srgbClr val="FFFFFF"/>
                </a:solidFill>
                <a:latin typeface="Times New Roman" panose="02020603050405020304" pitchFamily="18" charset="0"/>
                <a:cs typeface="Times New Roman" panose="02020603050405020304" pitchFamily="18" charset="0"/>
              </a:rPr>
              <a:t> </a:t>
            </a:r>
            <a:r>
              <a:rPr sz="1000" spc="-10" dirty="0">
                <a:solidFill>
                  <a:srgbClr val="FFFFFF"/>
                </a:solidFill>
                <a:latin typeface="Times New Roman" panose="02020603050405020304" pitchFamily="18" charset="0"/>
                <a:cs typeface="Times New Roman" panose="02020603050405020304" pitchFamily="18" charset="0"/>
              </a:rPr>
              <a:t>contribution</a:t>
            </a:r>
            <a:endParaRPr sz="1000">
              <a:latin typeface="Times New Roman" panose="02020603050405020304" pitchFamily="18" charset="0"/>
              <a:cs typeface="Times New Roman" panose="02020603050405020304" pitchFamily="18" charset="0"/>
            </a:endParaRPr>
          </a:p>
        </p:txBody>
      </p:sp>
      <p:sp>
        <p:nvSpPr>
          <p:cNvPr id="3" name="object 3"/>
          <p:cNvSpPr txBox="1"/>
          <p:nvPr/>
        </p:nvSpPr>
        <p:spPr>
          <a:xfrm>
            <a:off x="893775" y="6482283"/>
            <a:ext cx="1989455" cy="166071"/>
          </a:xfrm>
          <a:prstGeom prst="rect">
            <a:avLst/>
          </a:prstGeom>
        </p:spPr>
        <p:txBody>
          <a:bodyPr vert="horz" wrap="square" lIns="0" tIns="12065" rIns="0" bIns="0" rtlCol="0">
            <a:spAutoFit/>
          </a:bodyPr>
          <a:lstStyle/>
          <a:p>
            <a:pPr marL="12700">
              <a:lnSpc>
                <a:spcPct val="100000"/>
              </a:lnSpc>
              <a:spcBef>
                <a:spcPts val="95"/>
              </a:spcBef>
            </a:pPr>
            <a:r>
              <a:rPr sz="1000" spc="-60" dirty="0">
                <a:solidFill>
                  <a:srgbClr val="FFFFFF"/>
                </a:solidFill>
                <a:latin typeface="Times New Roman" panose="02020603050405020304" pitchFamily="18" charset="0"/>
                <a:cs typeface="Times New Roman" panose="02020603050405020304" pitchFamily="18" charset="0"/>
              </a:rPr>
              <a:t>to</a:t>
            </a:r>
            <a:r>
              <a:rPr sz="1000" spc="-150" dirty="0">
                <a:solidFill>
                  <a:srgbClr val="FFFFFF"/>
                </a:solidFill>
                <a:latin typeface="Times New Roman" panose="02020603050405020304" pitchFamily="18" charset="0"/>
                <a:cs typeface="Times New Roman" panose="02020603050405020304" pitchFamily="18" charset="0"/>
              </a:rPr>
              <a:t> </a:t>
            </a:r>
            <a:r>
              <a:rPr sz="1000" spc="-80" dirty="0">
                <a:solidFill>
                  <a:srgbClr val="FFFFFF"/>
                </a:solidFill>
                <a:latin typeface="Times New Roman" panose="02020603050405020304" pitchFamily="18" charset="0"/>
                <a:cs typeface="Times New Roman" panose="02020603050405020304" pitchFamily="18" charset="0"/>
              </a:rPr>
              <a:t>the</a:t>
            </a:r>
            <a:r>
              <a:rPr sz="1000" spc="-120" dirty="0">
                <a:solidFill>
                  <a:srgbClr val="FFFFFF"/>
                </a:solidFill>
                <a:latin typeface="Times New Roman" panose="02020603050405020304" pitchFamily="18" charset="0"/>
                <a:cs typeface="Times New Roman" panose="02020603050405020304" pitchFamily="18" charset="0"/>
              </a:rPr>
              <a:t> </a:t>
            </a:r>
            <a:r>
              <a:rPr sz="1000" spc="-65" dirty="0">
                <a:solidFill>
                  <a:srgbClr val="FFFFFF"/>
                </a:solidFill>
                <a:latin typeface="Times New Roman" panose="02020603050405020304" pitchFamily="18" charset="0"/>
                <a:cs typeface="Times New Roman" panose="02020603050405020304" pitchFamily="18" charset="0"/>
              </a:rPr>
              <a:t>society</a:t>
            </a:r>
            <a:r>
              <a:rPr sz="1000" spc="-125" dirty="0">
                <a:solidFill>
                  <a:srgbClr val="FFFFFF"/>
                </a:solidFill>
                <a:latin typeface="Times New Roman" panose="02020603050405020304" pitchFamily="18" charset="0"/>
                <a:cs typeface="Times New Roman" panose="02020603050405020304" pitchFamily="18" charset="0"/>
              </a:rPr>
              <a:t> </a:t>
            </a:r>
            <a:r>
              <a:rPr sz="1000" spc="-40" dirty="0">
                <a:solidFill>
                  <a:srgbClr val="FFFFFF"/>
                </a:solidFill>
                <a:latin typeface="Times New Roman" panose="02020603050405020304" pitchFamily="18" charset="0"/>
                <a:cs typeface="Times New Roman" panose="02020603050405020304" pitchFamily="18" charset="0"/>
              </a:rPr>
              <a:t>in</a:t>
            </a:r>
            <a:r>
              <a:rPr sz="1000" spc="-80" dirty="0">
                <a:solidFill>
                  <a:srgbClr val="FFFFFF"/>
                </a:solidFill>
                <a:latin typeface="Times New Roman" panose="02020603050405020304" pitchFamily="18" charset="0"/>
                <a:cs typeface="Times New Roman" panose="02020603050405020304" pitchFamily="18" charset="0"/>
              </a:rPr>
              <a:t> </a:t>
            </a:r>
            <a:r>
              <a:rPr sz="1000" spc="-10" dirty="0">
                <a:solidFill>
                  <a:srgbClr val="FFFFFF"/>
                </a:solidFill>
                <a:latin typeface="Times New Roman" panose="02020603050405020304" pitchFamily="18" charset="0"/>
                <a:cs typeface="Times New Roman" panose="02020603050405020304" pitchFamily="18" charset="0"/>
              </a:rPr>
              <a:t>a</a:t>
            </a:r>
            <a:r>
              <a:rPr sz="1000" spc="-114" dirty="0">
                <a:solidFill>
                  <a:srgbClr val="FFFFFF"/>
                </a:solidFill>
                <a:latin typeface="Times New Roman" panose="02020603050405020304" pitchFamily="18" charset="0"/>
                <a:cs typeface="Times New Roman" panose="02020603050405020304" pitchFamily="18" charset="0"/>
              </a:rPr>
              <a:t> </a:t>
            </a:r>
            <a:r>
              <a:rPr sz="1000" spc="-85" dirty="0">
                <a:solidFill>
                  <a:srgbClr val="FFFFFF"/>
                </a:solidFill>
                <a:latin typeface="Times New Roman" panose="02020603050405020304" pitchFamily="18" charset="0"/>
                <a:cs typeface="Times New Roman" panose="02020603050405020304" pitchFamily="18" charset="0"/>
              </a:rPr>
              <a:t>dynamic</a:t>
            </a:r>
            <a:r>
              <a:rPr sz="1000" spc="-125" dirty="0">
                <a:solidFill>
                  <a:srgbClr val="FFFFFF"/>
                </a:solidFill>
                <a:latin typeface="Times New Roman" panose="02020603050405020304" pitchFamily="18" charset="0"/>
                <a:cs typeface="Times New Roman" panose="02020603050405020304" pitchFamily="18" charset="0"/>
              </a:rPr>
              <a:t> </a:t>
            </a:r>
            <a:r>
              <a:rPr sz="1000" spc="-10" dirty="0">
                <a:solidFill>
                  <a:srgbClr val="FFFFFF"/>
                </a:solidFill>
                <a:latin typeface="Times New Roman" panose="02020603050405020304" pitchFamily="18" charset="0"/>
                <a:cs typeface="Times New Roman" panose="02020603050405020304" pitchFamily="18" charset="0"/>
              </a:rPr>
              <a:t>environment</a:t>
            </a:r>
            <a:endParaRPr sz="1000">
              <a:latin typeface="Times New Roman" panose="02020603050405020304" pitchFamily="18" charset="0"/>
              <a:cs typeface="Times New Roman" panose="02020603050405020304" pitchFamily="18" charset="0"/>
            </a:endParaRPr>
          </a:p>
        </p:txBody>
      </p:sp>
      <p:sp>
        <p:nvSpPr>
          <p:cNvPr id="4" name="object 4"/>
          <p:cNvSpPr txBox="1"/>
          <p:nvPr/>
        </p:nvSpPr>
        <p:spPr>
          <a:xfrm>
            <a:off x="4462017" y="5977508"/>
            <a:ext cx="1143635" cy="365125"/>
          </a:xfrm>
          <a:prstGeom prst="rect">
            <a:avLst/>
          </a:prstGeom>
        </p:spPr>
        <p:txBody>
          <a:bodyPr vert="horz" wrap="square" lIns="0" tIns="12700" rIns="0" bIns="0" rtlCol="0">
            <a:spAutoFit/>
          </a:bodyPr>
          <a:lstStyle/>
          <a:p>
            <a:pPr algn="ctr">
              <a:lnSpc>
                <a:spcPct val="100000"/>
              </a:lnSpc>
              <a:spcBef>
                <a:spcPts val="100"/>
              </a:spcBef>
            </a:pPr>
            <a:r>
              <a:rPr sz="1200" b="1" spc="-10" dirty="0">
                <a:solidFill>
                  <a:srgbClr val="D1AD6B"/>
                </a:solidFill>
                <a:latin typeface="Times New Roman" panose="02020603050405020304" pitchFamily="18" charset="0"/>
                <a:cs typeface="Times New Roman" panose="02020603050405020304" pitchFamily="18" charset="0"/>
              </a:rPr>
              <a:t>Vision</a:t>
            </a:r>
            <a:endParaRPr sz="1200">
              <a:latin typeface="Times New Roman" panose="02020603050405020304" pitchFamily="18" charset="0"/>
              <a:cs typeface="Times New Roman" panose="02020603050405020304" pitchFamily="18" charset="0"/>
            </a:endParaRPr>
          </a:p>
          <a:p>
            <a:pPr algn="ctr">
              <a:lnSpc>
                <a:spcPct val="100000"/>
              </a:lnSpc>
              <a:spcBef>
                <a:spcPts val="30"/>
              </a:spcBef>
            </a:pPr>
            <a:r>
              <a:rPr sz="1000" spc="-70" dirty="0">
                <a:solidFill>
                  <a:srgbClr val="FFFFFF"/>
                </a:solidFill>
                <a:latin typeface="Times New Roman" panose="02020603050405020304" pitchFamily="18" charset="0"/>
                <a:cs typeface="Times New Roman" panose="02020603050405020304" pitchFamily="18" charset="0"/>
              </a:rPr>
              <a:t>Excellence and</a:t>
            </a:r>
            <a:r>
              <a:rPr sz="1000" spc="-114" dirty="0">
                <a:solidFill>
                  <a:srgbClr val="FFFFFF"/>
                </a:solidFill>
                <a:latin typeface="Times New Roman" panose="02020603050405020304" pitchFamily="18" charset="0"/>
                <a:cs typeface="Times New Roman" panose="02020603050405020304" pitchFamily="18" charset="0"/>
              </a:rPr>
              <a:t> </a:t>
            </a:r>
            <a:r>
              <a:rPr sz="1000" spc="-10" dirty="0">
                <a:solidFill>
                  <a:srgbClr val="FFFFFF"/>
                </a:solidFill>
                <a:latin typeface="Times New Roman" panose="02020603050405020304" pitchFamily="18" charset="0"/>
                <a:cs typeface="Times New Roman" panose="02020603050405020304" pitchFamily="18" charset="0"/>
              </a:rPr>
              <a:t>Service</a:t>
            </a:r>
            <a:endParaRPr sz="100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6554723" y="1324355"/>
            <a:ext cx="2586228" cy="880872"/>
          </a:xfrm>
          <a:prstGeom prst="rect">
            <a:avLst/>
          </a:prstGeom>
        </p:spPr>
      </p:pic>
      <p:sp>
        <p:nvSpPr>
          <p:cNvPr id="6" name="object 6" descr="$PPTXTitle"/>
          <p:cNvSpPr txBox="1">
            <a:spLocks noGrp="1"/>
          </p:cNvSpPr>
          <p:nvPr>
            <p:ph type="title"/>
          </p:nvPr>
        </p:nvSpPr>
        <p:spPr>
          <a:xfrm>
            <a:off x="948639" y="2323592"/>
            <a:ext cx="8225790" cy="1320874"/>
          </a:xfrm>
          <a:prstGeom prst="rect">
            <a:avLst/>
          </a:prstGeom>
        </p:spPr>
        <p:txBody>
          <a:bodyPr vert="horz" wrap="square" lIns="0" tIns="12700" rIns="0" bIns="0" rtlCol="0">
            <a:spAutoFit/>
          </a:bodyPr>
          <a:lstStyle/>
          <a:p>
            <a:pPr marL="43815" algn="ctr">
              <a:lnSpc>
                <a:spcPct val="100000"/>
              </a:lnSpc>
              <a:spcBef>
                <a:spcPts val="100"/>
              </a:spcBef>
              <a:defRPr sz="2000" b="0">
                <a:solidFill>
                  <a:srgbClr val="0F2043"/>
                </a:solidFill>
                <a:latin typeface="Times New Roman"/>
              </a:defRPr>
            </a:pPr>
            <a:r>
              <a:rPr>
                <a:latin typeface="Times New Roman" panose="02020603050405020304" pitchFamily="18" charset="0"/>
                <a:cs typeface="Times New Roman" panose="02020603050405020304" pitchFamily="18" charset="0"/>
              </a:rPr>
              <a:t>SERVICE LEARNING</a:t>
            </a:r>
          </a:p>
          <a:p>
            <a:pPr algn="ctr">
              <a:defRPr sz="3600" b="1">
                <a:solidFill>
                  <a:srgbClr val="0F2043"/>
                </a:solidFill>
                <a:latin typeface="Times New Roman"/>
              </a:defRPr>
            </a:pPr>
            <a:r>
              <a:rPr>
                <a:latin typeface="Times New Roman" panose="02020603050405020304" pitchFamily="18" charset="0"/>
                <a:cs typeface="Times New Roman" panose="02020603050405020304" pitchFamily="18" charset="0"/>
              </a:rPr>
              <a:t>DAKSH</a:t>
            </a:r>
          </a:p>
          <a:p>
            <a:pPr algn="ctr">
              <a:defRPr sz="1700" b="1">
                <a:solidFill>
                  <a:srgbClr val="1C3666"/>
                </a:solidFill>
                <a:latin typeface="Trebuchet MS"/>
              </a:defRPr>
            </a:pPr>
            <a:r>
              <a:rPr>
                <a:latin typeface="Times New Roman" panose="02020603050405020304" pitchFamily="18" charset="0"/>
                <a:cs typeface="Times New Roman" panose="02020603050405020304" pitchFamily="18" charset="0"/>
              </a:rPr>
              <a:t>Judicial Research and Court-Case Information Platform</a:t>
            </a:r>
          </a:p>
          <a:p>
            <a:pPr algn="ctr">
              <a:defRPr sz="1200" i="1">
                <a:solidFill>
                  <a:srgbClr val="646E7D"/>
                </a:solidFill>
                <a:latin typeface="Tahoma"/>
              </a:defRPr>
            </a:pPr>
            <a:r>
              <a:rPr>
                <a:latin typeface="Times New Roman" panose="02020603050405020304" pitchFamily="18" charset="0"/>
                <a:cs typeface="Times New Roman" panose="02020603050405020304" pitchFamily="18" charset="0"/>
              </a:rPr>
              <a:t>Structured Court Data, Searchable Research &amp; Intelligent Analytics</a:t>
            </a:r>
          </a:p>
        </p:txBody>
      </p:sp>
      <p:sp>
        <p:nvSpPr>
          <p:cNvPr id="7" name="object 7"/>
          <p:cNvSpPr txBox="1"/>
          <p:nvPr/>
        </p:nvSpPr>
        <p:spPr>
          <a:xfrm>
            <a:off x="4021328" y="4164838"/>
            <a:ext cx="2028825" cy="628377"/>
          </a:xfrm>
          <a:prstGeom prst="rect">
            <a:avLst/>
          </a:prstGeom>
        </p:spPr>
        <p:txBody>
          <a:bodyPr vert="horz" wrap="square" lIns="0" tIns="12700" rIns="0" bIns="0" rtlCol="0">
            <a:spAutoFit/>
          </a:bodyPr>
          <a:lstStyle/>
          <a:p>
            <a:pPr marL="12700" algn="ctr">
              <a:lnSpc>
                <a:spcPct val="100000"/>
              </a:lnSpc>
              <a:spcBef>
                <a:spcPts val="100"/>
              </a:spcBef>
              <a:defRPr sz="2000" b="1">
                <a:solidFill>
                  <a:srgbClr val="1C3666"/>
                </a:solidFill>
                <a:latin typeface="Times New Roman"/>
              </a:defRPr>
            </a:pPr>
            <a:r>
              <a:rPr>
                <a:latin typeface="Times New Roman" panose="02020603050405020304" pitchFamily="18" charset="0"/>
                <a:cs typeface="Times New Roman" panose="02020603050405020304" pitchFamily="18" charset="0"/>
              </a:rPr>
              <a:t>Community Partner: DAKSH</a:t>
            </a:r>
            <a:endParaRPr sz="2950">
              <a:latin typeface="Times New Roman" panose="02020603050405020304" pitchFamily="18" charset="0"/>
              <a:cs typeface="Times New Roman" panose="02020603050405020304" pitchFamily="18" charset="0"/>
            </a:endParaRPr>
          </a:p>
        </p:txBody>
      </p:sp>
      <p:sp>
        <p:nvSpPr>
          <p:cNvPr id="8" name="object 8"/>
          <p:cNvSpPr txBox="1"/>
          <p:nvPr/>
        </p:nvSpPr>
        <p:spPr>
          <a:xfrm>
            <a:off x="241808" y="4797297"/>
            <a:ext cx="2894965" cy="764953"/>
          </a:xfrm>
          <a:prstGeom prst="rect">
            <a:avLst/>
          </a:prstGeom>
        </p:spPr>
        <p:txBody>
          <a:bodyPr vert="horz" wrap="square" lIns="0" tIns="13335" rIns="0" bIns="0" rtlCol="0">
            <a:spAutoFit/>
          </a:bodyPr>
          <a:lstStyle/>
          <a:p>
            <a:pPr marR="32384" algn="ctr">
              <a:lnSpc>
                <a:spcPts val="1925"/>
              </a:lnSpc>
              <a:spcBef>
                <a:spcPts val="105"/>
              </a:spcBef>
              <a:defRPr sz="1300" b="1">
                <a:solidFill>
                  <a:srgbClr val="0F2043"/>
                </a:solidFill>
                <a:latin typeface="Tahoma"/>
              </a:defRPr>
            </a:pPr>
            <a:r>
              <a:rPr>
                <a:latin typeface="Times New Roman" panose="02020603050405020304" pitchFamily="18" charset="0"/>
                <a:cs typeface="Times New Roman" panose="02020603050405020304" pitchFamily="18" charset="0"/>
              </a:rPr>
              <a:t>Community Organization</a:t>
            </a:r>
            <a:endParaRPr sz="1650">
              <a:latin typeface="Times New Roman" panose="02020603050405020304" pitchFamily="18" charset="0"/>
              <a:cs typeface="Times New Roman" panose="02020603050405020304" pitchFamily="18" charset="0"/>
            </a:endParaRPr>
          </a:p>
          <a:p>
            <a:pPr algn="ctr">
              <a:defRPr sz="1200" b="1">
                <a:solidFill>
                  <a:srgbClr val="1C3666"/>
                </a:solidFill>
                <a:latin typeface="Tahoma"/>
              </a:defRPr>
            </a:pPr>
            <a:r>
              <a:rPr>
                <a:latin typeface="Times New Roman" panose="02020603050405020304" pitchFamily="18" charset="0"/>
                <a:cs typeface="Times New Roman" panose="02020603050405020304" pitchFamily="18" charset="0"/>
              </a:rPr>
              <a:t>DAKSH Society</a:t>
            </a:r>
          </a:p>
          <a:p>
            <a:pPr algn="ctr">
              <a:defRPr sz="1100">
                <a:solidFill>
                  <a:srgbClr val="282C34"/>
                </a:solidFill>
                <a:latin typeface="Tahoma"/>
              </a:defRPr>
            </a:pPr>
            <a:r>
              <a:rPr>
                <a:latin typeface="Times New Roman" panose="02020603050405020304" pitchFamily="18" charset="0"/>
                <a:cs typeface="Times New Roman" panose="02020603050405020304" pitchFamily="18" charset="0"/>
              </a:rPr>
              <a:t>Bengaluru, Karnataka, India</a:t>
            </a:r>
          </a:p>
          <a:p>
            <a:pPr algn="ctr">
              <a:defRPr sz="1000" i="1">
                <a:solidFill>
                  <a:srgbClr val="646E7D"/>
                </a:solidFill>
                <a:latin typeface="Tahoma"/>
              </a:defRPr>
            </a:pPr>
            <a:r>
              <a:rPr>
                <a:latin typeface="Times New Roman" panose="02020603050405020304" pitchFamily="18" charset="0"/>
                <a:cs typeface="Times New Roman" panose="02020603050405020304" pitchFamily="18" charset="0"/>
              </a:rPr>
              <a:t>Advancing Justice System Reforms &amp; Judicial Research</a:t>
            </a:r>
          </a:p>
        </p:txBody>
      </p:sp>
      <p:sp>
        <p:nvSpPr>
          <p:cNvPr id="9" name="object 9"/>
          <p:cNvSpPr txBox="1"/>
          <p:nvPr/>
        </p:nvSpPr>
        <p:spPr>
          <a:xfrm>
            <a:off x="6554723" y="4724400"/>
            <a:ext cx="3016378" cy="1963799"/>
          </a:xfrm>
          <a:prstGeom prst="rect">
            <a:avLst/>
          </a:prstGeom>
        </p:spPr>
        <p:txBody>
          <a:bodyPr vert="horz" wrap="square" lIns="0" tIns="13335" rIns="0" bIns="0" rtlCol="0">
            <a:spAutoFit/>
          </a:bodyPr>
          <a:lstStyle/>
          <a:p>
            <a:pPr marL="1009650">
              <a:lnSpc>
                <a:spcPct val="100000"/>
              </a:lnSpc>
              <a:spcBef>
                <a:spcPts val="105"/>
              </a:spcBef>
              <a:defRPr sz="1200" b="1">
                <a:solidFill>
                  <a:srgbClr val="0F2043"/>
                </a:solidFill>
                <a:latin typeface="Tahoma"/>
              </a:defRPr>
            </a:pPr>
            <a:r>
              <a:rPr dirty="0">
                <a:latin typeface="Times New Roman" panose="02020603050405020304" pitchFamily="18" charset="0"/>
                <a:cs typeface="Times New Roman" panose="02020603050405020304" pitchFamily="18" charset="0"/>
              </a:rPr>
              <a:t>Team Details (5BTCS AIML A):</a:t>
            </a:r>
            <a:endParaRPr sz="1650" dirty="0">
              <a:latin typeface="Times New Roman" panose="02020603050405020304" pitchFamily="18" charset="0"/>
              <a:cs typeface="Times New Roman" panose="02020603050405020304" pitchFamily="18" charset="0"/>
            </a:endParaRPr>
          </a:p>
          <a:p>
            <a:pPr>
              <a:defRPr sz="1050">
                <a:solidFill>
                  <a:srgbClr val="282C34"/>
                </a:solidFill>
                <a:latin typeface="Tahoma"/>
              </a:defRPr>
            </a:pPr>
            <a:r>
              <a:rPr dirty="0">
                <a:latin typeface="Times New Roman" panose="02020603050405020304" pitchFamily="18" charset="0"/>
                <a:cs typeface="Times New Roman" panose="02020603050405020304" pitchFamily="18" charset="0"/>
              </a:rPr>
              <a:t>Mishael Julian – 2462184</a:t>
            </a:r>
          </a:p>
          <a:p>
            <a:pPr>
              <a:defRPr sz="1050">
                <a:solidFill>
                  <a:srgbClr val="282C34"/>
                </a:solidFill>
                <a:latin typeface="Tahoma"/>
              </a:defRPr>
            </a:pPr>
            <a:r>
              <a:rPr dirty="0">
                <a:latin typeface="Times New Roman" panose="02020603050405020304" pitchFamily="18" charset="0"/>
                <a:cs typeface="Times New Roman" panose="02020603050405020304" pitchFamily="18" charset="0"/>
              </a:rPr>
              <a:t>Steven Mathew – 2462157</a:t>
            </a:r>
          </a:p>
          <a:p>
            <a:pPr>
              <a:defRPr sz="1050">
                <a:solidFill>
                  <a:srgbClr val="282C34"/>
                </a:solidFill>
                <a:latin typeface="Tahoma"/>
              </a:defRPr>
            </a:pPr>
            <a:r>
              <a:rPr dirty="0">
                <a:latin typeface="Times New Roman" panose="02020603050405020304" pitchFamily="18" charset="0"/>
                <a:cs typeface="Times New Roman" panose="02020603050405020304" pitchFamily="18" charset="0"/>
              </a:rPr>
              <a:t>Julius Thomas – 2462095</a:t>
            </a:r>
          </a:p>
          <a:p>
            <a:pPr>
              <a:defRPr sz="1050">
                <a:solidFill>
                  <a:srgbClr val="282C34"/>
                </a:solidFill>
                <a:latin typeface="Tahoma"/>
              </a:defRPr>
            </a:pPr>
            <a:r>
              <a:rPr dirty="0" err="1">
                <a:latin typeface="Times New Roman" panose="02020603050405020304" pitchFamily="18" charset="0"/>
                <a:cs typeface="Times New Roman" panose="02020603050405020304" pitchFamily="18" charset="0"/>
              </a:rPr>
              <a:t>Abhishan</a:t>
            </a:r>
            <a:r>
              <a:rPr dirty="0">
                <a:latin typeface="Times New Roman" panose="02020603050405020304" pitchFamily="18" charset="0"/>
                <a:cs typeface="Times New Roman" panose="02020603050405020304" pitchFamily="18" charset="0"/>
              </a:rPr>
              <a:t> Francis – 2462835</a:t>
            </a:r>
          </a:p>
          <a:p>
            <a:pPr>
              <a:defRPr sz="1050">
                <a:solidFill>
                  <a:srgbClr val="282C34"/>
                </a:solidFill>
                <a:latin typeface="Tahoma"/>
              </a:defRPr>
            </a:pPr>
            <a:r>
              <a:rPr dirty="0">
                <a:latin typeface="Times New Roman" panose="02020603050405020304" pitchFamily="18" charset="0"/>
                <a:cs typeface="Times New Roman" panose="02020603050405020304" pitchFamily="18" charset="0"/>
              </a:rPr>
              <a:t>Rahul Prakash – 2462133</a:t>
            </a:r>
          </a:p>
          <a:p>
            <a:pPr>
              <a:defRPr sz="1000" b="1">
                <a:solidFill>
                  <a:srgbClr val="D1AD6B"/>
                </a:solidFill>
                <a:latin typeface="Trebuchet MS"/>
              </a:defRPr>
            </a:pPr>
            <a:endParaRPr lang="en-IN" dirty="0">
              <a:latin typeface="Times New Roman" panose="02020603050405020304" pitchFamily="18" charset="0"/>
              <a:cs typeface="Times New Roman" panose="02020603050405020304" pitchFamily="18" charset="0"/>
            </a:endParaRPr>
          </a:p>
          <a:p>
            <a:pPr>
              <a:defRPr sz="1000" b="1">
                <a:solidFill>
                  <a:srgbClr val="D1AD6B"/>
                </a:solidFill>
                <a:latin typeface="Trebuchet MS"/>
              </a:defRPr>
            </a:pPr>
            <a:r>
              <a:rPr dirty="0">
                <a:latin typeface="Times New Roman" panose="02020603050405020304" pitchFamily="18" charset="0"/>
                <a:cs typeface="Times New Roman" panose="02020603050405020304" pitchFamily="18" charset="0"/>
              </a:rPr>
              <a:t>Core Values</a:t>
            </a:r>
          </a:p>
          <a:p>
            <a:pPr>
              <a:defRPr sz="850">
                <a:solidFill>
                  <a:srgbClr val="FFFFFF"/>
                </a:solidFill>
                <a:latin typeface="Tahoma"/>
              </a:defRPr>
            </a:pPr>
            <a:r>
              <a:rPr dirty="0">
                <a:latin typeface="Times New Roman" panose="02020603050405020304" pitchFamily="18" charset="0"/>
                <a:cs typeface="Times New Roman" panose="02020603050405020304" pitchFamily="18" charset="0"/>
              </a:rPr>
              <a:t>Faith in God | Moral Uprightness | Love of Fellow Beings | Social Responsibility</a:t>
            </a:r>
          </a:p>
          <a:p>
            <a:pPr>
              <a:defRPr sz="850">
                <a:solidFill>
                  <a:srgbClr val="FFFFFF"/>
                </a:solidFill>
                <a:latin typeface="Tahoma"/>
              </a:defRPr>
            </a:pPr>
            <a:r>
              <a:rPr dirty="0">
                <a:latin typeface="Times New Roman" panose="02020603050405020304" pitchFamily="18" charset="0"/>
                <a:cs typeface="Times New Roman" panose="02020603050405020304" pitchFamily="18" charset="0"/>
              </a:rPr>
              <a:t>Pursuit of Excellence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338554"/>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ABSTRACT</a:t>
            </a:r>
          </a:p>
        </p:txBody>
      </p:sp>
      <p:sp>
        <p:nvSpPr>
          <p:cNvPr id="3" name="Rounded Rectangle 2"/>
          <p:cNvSpPr/>
          <p:nvPr/>
        </p:nvSpPr>
        <p:spPr>
          <a:xfrm>
            <a:off x="548640" y="1874519"/>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EXECUTIVE SUMMARY</a:t>
            </a:r>
          </a:p>
        </p:txBody>
      </p:sp>
      <p:sp>
        <p:nvSpPr>
          <p:cNvPr id="4" name="Rounded Rectangle 3"/>
          <p:cNvSpPr/>
          <p:nvPr/>
        </p:nvSpPr>
        <p:spPr>
          <a:xfrm>
            <a:off x="548640" y="2286000"/>
            <a:ext cx="896112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400" b="1">
                <a:solidFill>
                  <a:srgbClr val="1C3666"/>
                </a:solidFill>
                <a:latin typeface="Trebuchet MS"/>
              </a:defRPr>
            </a:pPr>
            <a:r>
              <a:rPr>
                <a:latin typeface="Times New Roman" panose="02020603050405020304" pitchFamily="18" charset="0"/>
                <a:cs typeface="Times New Roman" panose="02020603050405020304" pitchFamily="18" charset="0"/>
              </a:rPr>
              <a:t>DAKSH: A Judicial Research and Court-Case Information Platform</a:t>
            </a:r>
          </a:p>
          <a:p>
            <a:pPr>
              <a:spcAft>
                <a:spcPts val="300"/>
              </a:spcAft>
            </a:pPr>
            <a:r>
              <a:rPr sz="1100" b="1">
                <a:solidFill>
                  <a:srgbClr val="282C34"/>
                </a:solidFill>
                <a:latin typeface="Times New Roman" panose="02020603050405020304" pitchFamily="18" charset="0"/>
                <a:cs typeface="Times New Roman" panose="02020603050405020304" pitchFamily="18" charset="0"/>
              </a:rPr>
              <a:t>System Overview: </a:t>
            </a:r>
            <a:r>
              <a:rPr sz="1100" b="0">
                <a:solidFill>
                  <a:srgbClr val="282C34"/>
                </a:solidFill>
                <a:latin typeface="Times New Roman" panose="02020603050405020304" pitchFamily="18" charset="0"/>
                <a:cs typeface="Times New Roman" panose="02020603050405020304" pitchFamily="18" charset="0"/>
              </a:rPr>
              <a:t>DAKSH is envisioned as an end-to-end judicial research platform that organizes publicly available court-case information into a structured, centralized, and searchable ecosystem. The project directly addresses the friction of repeatedly navigating fragmented court records when conducting empirical case-level research.</a:t>
            </a:r>
          </a:p>
          <a:p>
            <a:pPr>
              <a:spcAft>
                <a:spcPts val="300"/>
              </a:spcAft>
            </a:pPr>
            <a:r>
              <a:rPr sz="1100" b="1">
                <a:solidFill>
                  <a:srgbClr val="282C34"/>
                </a:solidFill>
                <a:latin typeface="Times New Roman" panose="02020603050405020304" pitchFamily="18" charset="0"/>
                <a:cs typeface="Times New Roman" panose="02020603050405020304" pitchFamily="18" charset="0"/>
              </a:rPr>
              <a:t>Data Acquisition Foundation: </a:t>
            </a:r>
            <a:r>
              <a:rPr sz="1100" b="0">
                <a:solidFill>
                  <a:srgbClr val="282C34"/>
                </a:solidFill>
                <a:latin typeface="Times New Roman" panose="02020603050405020304" pitchFamily="18" charset="0"/>
                <a:cs typeface="Times New Roman" panose="02020603050405020304" pitchFamily="18" charset="0"/>
              </a:rPr>
              <a:t>An automated data acquisition layer powered by Playwright systematically collects case details, party hierarchies, acts/sections, hearing histories, daily status business logs, and final orders/judgments from the eCourts portal.</a:t>
            </a:r>
          </a:p>
          <a:p>
            <a:pPr>
              <a:spcAft>
                <a:spcPts val="300"/>
              </a:spcAft>
            </a:pPr>
            <a:r>
              <a:rPr sz="1100" b="1">
                <a:solidFill>
                  <a:srgbClr val="282C34"/>
                </a:solidFill>
                <a:latin typeface="Times New Roman" panose="02020603050405020304" pitchFamily="18" charset="0"/>
                <a:cs typeface="Times New Roman" panose="02020603050405020304" pitchFamily="18" charset="0"/>
              </a:rPr>
              <a:t>Structured Information Storage: </a:t>
            </a:r>
            <a:r>
              <a:rPr sz="1100" b="0">
                <a:solidFill>
                  <a:srgbClr val="282C34"/>
                </a:solidFill>
                <a:latin typeface="Times New Roman" panose="02020603050405020304" pitchFamily="18" charset="0"/>
                <a:cs typeface="Times New Roman" panose="02020603050405020304" pitchFamily="18" charset="0"/>
              </a:rPr>
              <a:t>Collected information is normalized into structured database models that preserve complete case lifecycles, full relational linkages, and linguistic fidelity (including Kannada/vernacular scripts) with zero data loss.</a:t>
            </a:r>
          </a:p>
          <a:p>
            <a:pPr>
              <a:spcAft>
                <a:spcPts val="300"/>
              </a:spcAft>
            </a:pPr>
            <a:r>
              <a:rPr sz="1100" b="1">
                <a:solidFill>
                  <a:srgbClr val="282C34"/>
                </a:solidFill>
                <a:latin typeface="Times New Roman" panose="02020603050405020304" pitchFamily="18" charset="0"/>
                <a:cs typeface="Times New Roman" panose="02020603050405020304" pitchFamily="18" charset="0"/>
              </a:rPr>
              <a:t>Researcher-Centric Application: </a:t>
            </a:r>
            <a:r>
              <a:rPr sz="1100" b="0">
                <a:solidFill>
                  <a:srgbClr val="282C34"/>
                </a:solidFill>
                <a:latin typeface="Times New Roman" panose="02020603050405020304" pitchFamily="18" charset="0"/>
                <a:cs typeface="Times New Roman" panose="02020603050405020304" pitchFamily="18" charset="0"/>
              </a:rPr>
              <a:t>A dedicated web application provides researchers with intuitive multi-parameter filters, dropdowns, full-text case search, and a unified case workspace, eliminating tedious manual record compilation.</a:t>
            </a:r>
          </a:p>
          <a:p>
            <a:pPr>
              <a:spcAft>
                <a:spcPts val="300"/>
              </a:spcAft>
            </a:pPr>
            <a:r>
              <a:rPr sz="1100" b="1">
                <a:solidFill>
                  <a:srgbClr val="282C34"/>
                </a:solidFill>
                <a:latin typeface="Times New Roman" panose="02020603050405020304" pitchFamily="18" charset="0"/>
                <a:cs typeface="Times New Roman" panose="02020603050405020304" pitchFamily="18" charset="0"/>
              </a:rPr>
              <a:t>Future Intelligence Roadmap: </a:t>
            </a:r>
            <a:r>
              <a:rPr sz="1100" b="0">
                <a:solidFill>
                  <a:srgbClr val="282C34"/>
                </a:solidFill>
                <a:latin typeface="Times New Roman" panose="02020603050405020304" pitchFamily="18" charset="0"/>
                <a:cs typeface="Times New Roman" panose="02020603050405020304" pitchFamily="18" charset="0"/>
              </a:rPr>
              <a:t>The platform establishes a verified foundation for future analytical capabilities, including case similarity clustering, pendency trend analysis, and decision-support case prioritization.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677108"/>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COMMUNITY PROFILE &amp; PROBLEMS FACED</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STAKEHOLDERS &amp; CONTEXT</a:t>
            </a:r>
          </a:p>
        </p:txBody>
      </p:sp>
      <p:sp>
        <p:nvSpPr>
          <p:cNvPr id="4" name="Rounded Rectangle 3"/>
          <p:cNvSpPr/>
          <p:nvPr/>
        </p:nvSpPr>
        <p:spPr>
          <a:xfrm>
            <a:off x="54864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Community Profile &amp; Stakeholders</a:t>
            </a:r>
          </a:p>
          <a:p>
            <a:pPr>
              <a:spcAft>
                <a:spcPts val="300"/>
              </a:spcAft>
            </a:pPr>
            <a:r>
              <a:rPr sz="1050" b="1">
                <a:solidFill>
                  <a:srgbClr val="282C34"/>
                </a:solidFill>
                <a:latin typeface="Times New Roman" panose="02020603050405020304" pitchFamily="18" charset="0"/>
                <a:cs typeface="Times New Roman" panose="02020603050405020304" pitchFamily="18" charset="0"/>
              </a:rPr>
              <a:t>Community Partner: </a:t>
            </a:r>
            <a:r>
              <a:rPr sz="1050" b="0">
                <a:solidFill>
                  <a:srgbClr val="282C34"/>
                </a:solidFill>
                <a:latin typeface="Times New Roman" panose="02020603050405020304" pitchFamily="18" charset="0"/>
                <a:cs typeface="Times New Roman" panose="02020603050405020304" pitchFamily="18" charset="0"/>
              </a:rPr>
              <a:t>DAKSH (Bengaluru) — Leading civil society organization researching justice administration and court data transparency.</a:t>
            </a:r>
          </a:p>
          <a:p>
            <a:pPr>
              <a:spcAft>
                <a:spcPts val="300"/>
              </a:spcAft>
            </a:pPr>
            <a:r>
              <a:rPr sz="1050" b="1">
                <a:solidFill>
                  <a:srgbClr val="282C34"/>
                </a:solidFill>
                <a:latin typeface="Times New Roman" panose="02020603050405020304" pitchFamily="18" charset="0"/>
                <a:cs typeface="Times New Roman" panose="02020603050405020304" pitchFamily="18" charset="0"/>
              </a:rPr>
              <a:t>Target Users: </a:t>
            </a:r>
            <a:r>
              <a:rPr sz="1050" b="0">
                <a:solidFill>
                  <a:srgbClr val="282C34"/>
                </a:solidFill>
                <a:latin typeface="Times New Roman" panose="02020603050405020304" pitchFamily="18" charset="0"/>
                <a:cs typeface="Times New Roman" panose="02020603050405020304" pitchFamily="18" charset="0"/>
              </a:rPr>
              <a:t>Judicial researchers, empirical legal scholars, and policy analysts studying case pendency, delay patterns, and procedural flows.</a:t>
            </a:r>
          </a:p>
          <a:p>
            <a:pPr>
              <a:spcAft>
                <a:spcPts val="300"/>
              </a:spcAft>
            </a:pPr>
            <a:r>
              <a:rPr sz="1050" b="1">
                <a:solidFill>
                  <a:srgbClr val="282C34"/>
                </a:solidFill>
                <a:latin typeface="Times New Roman" panose="02020603050405020304" pitchFamily="18" charset="0"/>
                <a:cs typeface="Times New Roman" panose="02020603050405020304" pitchFamily="18" charset="0"/>
              </a:rPr>
              <a:t>Core Benefit: </a:t>
            </a:r>
            <a:r>
              <a:rPr sz="1050" b="0">
                <a:solidFill>
                  <a:srgbClr val="282C34"/>
                </a:solidFill>
                <a:latin typeface="Times New Roman" panose="02020603050405020304" pitchFamily="18" charset="0"/>
                <a:cs typeface="Times New Roman" panose="02020603050405020304" pitchFamily="18" charset="0"/>
              </a:rPr>
              <a:t>Enables researchers to spend time analyzing judicial trends rather than manually locating and copying basic records.</a:t>
            </a:r>
          </a:p>
          <a:p>
            <a:pPr>
              <a:spcAft>
                <a:spcPts val="300"/>
              </a:spcAft>
            </a:pPr>
            <a:r>
              <a:rPr sz="1050" b="1">
                <a:solidFill>
                  <a:srgbClr val="282C34"/>
                </a:solidFill>
                <a:latin typeface="Times New Roman" panose="02020603050405020304" pitchFamily="18" charset="0"/>
                <a:cs typeface="Times New Roman" panose="02020603050405020304" pitchFamily="18" charset="0"/>
              </a:rPr>
              <a:t>Ethical Boundaries: </a:t>
            </a:r>
            <a:r>
              <a:rPr sz="1050" b="0">
                <a:solidFill>
                  <a:srgbClr val="282C34"/>
                </a:solidFill>
                <a:latin typeface="Times New Roman" panose="02020603050405020304" pitchFamily="18" charset="0"/>
                <a:cs typeface="Times New Roman" panose="02020603050405020304" pitchFamily="18" charset="0"/>
              </a:rPr>
              <a:t>Operates strictly on public eCourts data; does NOT make judicial rulings or replace legal counsel.</a:t>
            </a:r>
          </a:p>
        </p:txBody>
      </p:sp>
      <p:sp>
        <p:nvSpPr>
          <p:cNvPr id="5" name="Rounded Rectangle 4"/>
          <p:cNvSpPr/>
          <p:nvPr/>
        </p:nvSpPr>
        <p:spPr>
          <a:xfrm>
            <a:off x="516636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Problems Faced by Judicial Researchers</a:t>
            </a:r>
          </a:p>
          <a:p>
            <a:pPr>
              <a:spcAft>
                <a:spcPts val="300"/>
              </a:spcAft>
            </a:pPr>
            <a:r>
              <a:rPr sz="1050" b="1">
                <a:solidFill>
                  <a:srgbClr val="282C34"/>
                </a:solidFill>
                <a:latin typeface="Times New Roman" panose="02020603050405020304" pitchFamily="18" charset="0"/>
                <a:cs typeface="Times New Roman" panose="02020603050405020304" pitchFamily="18" charset="0"/>
              </a:rPr>
              <a:t>Data Fragmentation: </a:t>
            </a:r>
            <a:r>
              <a:rPr sz="1050" b="0">
                <a:solidFill>
                  <a:srgbClr val="282C34"/>
                </a:solidFill>
                <a:latin typeface="Times New Roman" panose="02020603050405020304" pitchFamily="18" charset="0"/>
                <a:cs typeface="Times New Roman" panose="02020603050405020304" pitchFamily="18" charset="0"/>
              </a:rPr>
              <a:t>Crucial case details, hearing logs, process tables, and daily orders are scattered across multiple disparate web tabs and popups.</a:t>
            </a:r>
          </a:p>
          <a:p>
            <a:pPr>
              <a:spcAft>
                <a:spcPts val="300"/>
              </a:spcAft>
            </a:pPr>
            <a:r>
              <a:rPr sz="1050" b="1">
                <a:solidFill>
                  <a:srgbClr val="282C34"/>
                </a:solidFill>
                <a:latin typeface="Times New Roman" panose="02020603050405020304" pitchFamily="18" charset="0"/>
                <a:cs typeface="Times New Roman" panose="02020603050405020304" pitchFamily="18" charset="0"/>
              </a:rPr>
              <a:t>Separate Order Links: </a:t>
            </a:r>
            <a:r>
              <a:rPr sz="1050" b="0">
                <a:solidFill>
                  <a:srgbClr val="282C34"/>
                </a:solidFill>
                <a:latin typeface="Times New Roman" panose="02020603050405020304" pitchFamily="18" charset="0"/>
                <a:cs typeface="Times New Roman" panose="02020603050405020304" pitchFamily="18" charset="0"/>
              </a:rPr>
              <a:t>Daily business records and substantive orders must be clicked and inspected individually, requiring dozens of clicks per case.</a:t>
            </a:r>
          </a:p>
          <a:p>
            <a:pPr>
              <a:spcAft>
                <a:spcPts val="300"/>
              </a:spcAft>
            </a:pPr>
            <a:r>
              <a:rPr sz="1050" b="1">
                <a:solidFill>
                  <a:srgbClr val="282C34"/>
                </a:solidFill>
                <a:latin typeface="Times New Roman" panose="02020603050405020304" pitchFamily="18" charset="0"/>
                <a:cs typeface="Times New Roman" panose="02020603050405020304" pitchFamily="18" charset="0"/>
              </a:rPr>
              <a:t>Lack of Relational Querying: </a:t>
            </a:r>
            <a:r>
              <a:rPr sz="1050" b="0">
                <a:solidFill>
                  <a:srgbClr val="282C34"/>
                </a:solidFill>
                <a:latin typeface="Times New Roman" panose="02020603050405020304" pitchFamily="18" charset="0"/>
                <a:cs typeface="Times New Roman" panose="02020603050405020304" pitchFamily="18" charset="0"/>
              </a:rPr>
              <a:t>eCourts does not support querying across multi-variable parameters (e.g., comparing disposal stages across case types).</a:t>
            </a:r>
          </a:p>
          <a:p>
            <a:pPr>
              <a:spcAft>
                <a:spcPts val="300"/>
              </a:spcAft>
            </a:pPr>
            <a:r>
              <a:rPr sz="1050" b="1">
                <a:solidFill>
                  <a:srgbClr val="282C34"/>
                </a:solidFill>
                <a:latin typeface="Times New Roman" panose="02020603050405020304" pitchFamily="18" charset="0"/>
                <a:cs typeface="Times New Roman" panose="02020603050405020304" pitchFamily="18" charset="0"/>
              </a:rPr>
              <a:t>Scalability Bottleneck: </a:t>
            </a:r>
            <a:r>
              <a:rPr sz="1050" b="0">
                <a:solidFill>
                  <a:srgbClr val="282C34"/>
                </a:solidFill>
                <a:latin typeface="Times New Roman" panose="02020603050405020304" pitchFamily="18" charset="0"/>
                <a:cs typeface="Times New Roman" panose="02020603050405020304" pitchFamily="18" charset="0"/>
              </a:rPr>
              <a:t>Manual copy-pasting is error-prone and practically impossible for large-scale empirical studies across hundreds of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200" b="1">
                <a:solidFill>
                  <a:srgbClr val="0F2043"/>
                </a:solidFill>
                <a:latin typeface="Trebuchet MS"/>
              </a:defRPr>
            </a:pPr>
            <a:r>
              <a:t>CONFIRMATION LETTER</a:t>
            </a:r>
          </a:p>
        </p:txBody>
      </p:sp>
      <p:pic>
        <p:nvPicPr>
          <p:cNvPr id="8" name="Picture 7">
            <a:extLst>
              <a:ext uri="{FF2B5EF4-FFF2-40B4-BE49-F238E27FC236}">
                <a16:creationId xmlns:a16="http://schemas.microsoft.com/office/drawing/2014/main" id="{412EC369-D7A0-939D-3C50-028BC985A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900" y="1697134"/>
            <a:ext cx="4800599" cy="46899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338554"/>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NEED ANALYSIS</a:t>
            </a:r>
          </a:p>
        </p:txBody>
      </p:sp>
      <p:sp>
        <p:nvSpPr>
          <p:cNvPr id="3" name="Rounded Rectangle 2"/>
          <p:cNvSpPr/>
          <p:nvPr/>
        </p:nvSpPr>
        <p:spPr>
          <a:xfrm>
            <a:off x="548640" y="1874519"/>
            <a:ext cx="201168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LOGICAL PROGRESSION</a:t>
            </a:r>
          </a:p>
        </p:txBody>
      </p:sp>
      <p:sp>
        <p:nvSpPr>
          <p:cNvPr id="4" name="Rounded Rectangle 3"/>
          <p:cNvSpPr/>
          <p:nvPr/>
        </p:nvSpPr>
        <p:spPr>
          <a:xfrm>
            <a:off x="548640" y="2240280"/>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imes New Roman" panose="02020603050405020304" pitchFamily="18" charset="0"/>
                <a:cs typeface="Times New Roman" panose="02020603050405020304" pitchFamily="18" charset="0"/>
              </a:rPr>
              <a:t>1. CURRENT STATE — </a:t>
            </a:r>
            <a:r>
              <a:rPr sz="1050">
                <a:solidFill>
                  <a:srgbClr val="282C34"/>
                </a:solidFill>
                <a:latin typeface="Times New Roman" panose="02020603050405020304" pitchFamily="18" charset="0"/>
                <a:cs typeface="Times New Roman" panose="02020603050405020304" pitchFamily="18" charset="0"/>
              </a:rPr>
              <a:t>Researchers navigate individual eCourts portal pages and disparate case tabs manually.</a:t>
            </a:r>
          </a:p>
        </p:txBody>
      </p:sp>
      <p:sp>
        <p:nvSpPr>
          <p:cNvPr id="5" name="Rounded Rectangle 4"/>
          <p:cNvSpPr/>
          <p:nvPr/>
        </p:nvSpPr>
        <p:spPr>
          <a:xfrm>
            <a:off x="548640" y="2907792"/>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imes New Roman" panose="02020603050405020304" pitchFamily="18" charset="0"/>
                <a:cs typeface="Times New Roman" panose="02020603050405020304" pitchFamily="18" charset="0"/>
              </a:rPr>
              <a:t>2. STRUCTURAL CHALLENGE — </a:t>
            </a:r>
            <a:r>
              <a:rPr sz="1050">
                <a:solidFill>
                  <a:srgbClr val="282C34"/>
                </a:solidFill>
                <a:latin typeface="Times New Roman" panose="02020603050405020304" pitchFamily="18" charset="0"/>
                <a:cs typeface="Times New Roman" panose="02020603050405020304" pitchFamily="18" charset="0"/>
              </a:rPr>
              <a:t>Relevant information is highly fragmented across case details, hearings, processes, and orders.</a:t>
            </a:r>
          </a:p>
        </p:txBody>
      </p:sp>
      <p:sp>
        <p:nvSpPr>
          <p:cNvPr id="6" name="Rounded Rectangle 5"/>
          <p:cNvSpPr/>
          <p:nvPr/>
        </p:nvSpPr>
        <p:spPr>
          <a:xfrm>
            <a:off x="548640" y="3575304"/>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imes New Roman" panose="02020603050405020304" pitchFamily="18" charset="0"/>
                <a:cs typeface="Times New Roman" panose="02020603050405020304" pitchFamily="18" charset="0"/>
              </a:rPr>
              <a:t>3. MANUAL BURDEN — </a:t>
            </a:r>
            <a:r>
              <a:rPr sz="1050">
                <a:solidFill>
                  <a:srgbClr val="282C34"/>
                </a:solidFill>
                <a:latin typeface="Times New Roman" panose="02020603050405020304" pitchFamily="18" charset="0"/>
                <a:cs typeface="Times New Roman" panose="02020603050405020304" pitchFamily="18" charset="0"/>
              </a:rPr>
              <a:t>Repetitive manual lookup, note-taking, and copying cause severe human fatigue and transcription error.</a:t>
            </a:r>
          </a:p>
        </p:txBody>
      </p:sp>
      <p:sp>
        <p:nvSpPr>
          <p:cNvPr id="7" name="Rounded Rectangle 6"/>
          <p:cNvSpPr/>
          <p:nvPr/>
        </p:nvSpPr>
        <p:spPr>
          <a:xfrm>
            <a:off x="548640" y="4242816"/>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imes New Roman" panose="02020603050405020304" pitchFamily="18" charset="0"/>
                <a:cs typeface="Times New Roman" panose="02020603050405020304" pitchFamily="18" charset="0"/>
              </a:rPr>
              <a:t>4. SCALABILITY BOTTLENECK — </a:t>
            </a:r>
            <a:r>
              <a:rPr sz="1050">
                <a:solidFill>
                  <a:srgbClr val="282C34"/>
                </a:solidFill>
                <a:latin typeface="Times New Roman" panose="02020603050405020304" pitchFamily="18" charset="0"/>
                <a:cs typeface="Times New Roman" panose="02020603050405020304" pitchFamily="18" charset="0"/>
              </a:rPr>
              <a:t>Empirical legal research cannot scale beyond small sample sizes due to massive labor overhead.</a:t>
            </a:r>
          </a:p>
        </p:txBody>
      </p:sp>
      <p:sp>
        <p:nvSpPr>
          <p:cNvPr id="8" name="Rounded Rectangle 7"/>
          <p:cNvSpPr/>
          <p:nvPr/>
        </p:nvSpPr>
        <p:spPr>
          <a:xfrm>
            <a:off x="548640" y="4910328"/>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0F2043"/>
                </a:solidFill>
                <a:latin typeface="Times New Roman" panose="02020603050405020304" pitchFamily="18" charset="0"/>
                <a:cs typeface="Times New Roman" panose="02020603050405020304" pitchFamily="18" charset="0"/>
              </a:rPr>
              <a:t>5. SYSTEMIC NEED — </a:t>
            </a:r>
            <a:r>
              <a:rPr sz="1050">
                <a:solidFill>
                  <a:srgbClr val="282C34"/>
                </a:solidFill>
                <a:latin typeface="Times New Roman" panose="02020603050405020304" pitchFamily="18" charset="0"/>
                <a:cs typeface="Times New Roman" panose="02020603050405020304" pitchFamily="18" charset="0"/>
              </a:rPr>
              <a:t>A centralized, structured, and auditable judicial research information system.</a:t>
            </a:r>
          </a:p>
        </p:txBody>
      </p:sp>
      <p:sp>
        <p:nvSpPr>
          <p:cNvPr id="9" name="Rounded Rectangle 8"/>
          <p:cNvSpPr/>
          <p:nvPr/>
        </p:nvSpPr>
        <p:spPr>
          <a:xfrm>
            <a:off x="548640" y="5577840"/>
            <a:ext cx="8961120" cy="594360"/>
          </a:xfrm>
          <a:prstGeom prst="roundRect">
            <a:avLst/>
          </a:prstGeom>
          <a:solidFill>
            <a:srgbClr val="E3F2FD"/>
          </a:solidFill>
          <a:ln w="12700">
            <a:solidFill>
              <a:srgbClr val="1C3666"/>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imes New Roman" panose="02020603050405020304" pitchFamily="18" charset="0"/>
                <a:cs typeface="Times New Roman" panose="02020603050405020304" pitchFamily="18" charset="0"/>
              </a:rPr>
              <a:t>6. DAKSH SOLUTION — </a:t>
            </a:r>
            <a:r>
              <a:rPr sz="1050">
                <a:solidFill>
                  <a:srgbClr val="282C34"/>
                </a:solidFill>
                <a:latin typeface="Times New Roman" panose="02020603050405020304" pitchFamily="18" charset="0"/>
                <a:cs typeface="Times New Roman" panose="02020603050405020304" pitchFamily="18" charset="0"/>
              </a:rPr>
              <a:t>End-to-end platform: Automated Data Layer + Structured Database + Researcher Workspace.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677108"/>
          </a:xfrm>
        </p:spPr>
        <p:txBody>
          <a:bodyPr/>
          <a:lstStyle/>
          <a:p>
            <a:pPr algn="ctr">
              <a:defRPr sz="2200" b="1">
                <a:solidFill>
                  <a:srgbClr val="0F2043"/>
                </a:solidFill>
                <a:latin typeface="Trebuchet MS"/>
              </a:defRPr>
            </a:pPr>
            <a:r>
              <a:rPr dirty="0">
                <a:latin typeface="Times New Roman" panose="02020603050405020304" pitchFamily="18" charset="0"/>
                <a:cs typeface="Times New Roman" panose="02020603050405020304" pitchFamily="18" charset="0"/>
              </a:rPr>
              <a:t>IMPACT IF THE PROBLEM REMAINS UNSOLVED</a:t>
            </a:r>
          </a:p>
        </p:txBody>
      </p:sp>
      <p:sp>
        <p:nvSpPr>
          <p:cNvPr id="3" name="Rounded Rectangle 2"/>
          <p:cNvSpPr/>
          <p:nvPr/>
        </p:nvSpPr>
        <p:spPr>
          <a:xfrm>
            <a:off x="548640" y="1874519"/>
            <a:ext cx="219456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E65100"/>
                </a:solidFill>
                <a:latin typeface="Tahoma"/>
              </a:defRPr>
            </a:pPr>
            <a:r>
              <a:rPr>
                <a:latin typeface="Times New Roman" panose="02020603050405020304" pitchFamily="18" charset="0"/>
                <a:cs typeface="Times New Roman" panose="02020603050405020304" pitchFamily="18" charset="0"/>
              </a:rPr>
              <a:t>CONSEQUENCE ANALYSIS</a:t>
            </a:r>
          </a:p>
        </p:txBody>
      </p:sp>
      <p:sp>
        <p:nvSpPr>
          <p:cNvPr id="4" name="Rounded Rectangle 3"/>
          <p:cNvSpPr/>
          <p:nvPr/>
        </p:nvSpPr>
        <p:spPr>
          <a:xfrm>
            <a:off x="54864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dirty="0">
                <a:latin typeface="Times New Roman" panose="02020603050405020304" pitchFamily="18" charset="0"/>
                <a:cs typeface="Times New Roman" panose="02020603050405020304" pitchFamily="18" charset="0"/>
              </a:rPr>
              <a:t>Research &amp; Institutional Consequences</a:t>
            </a:r>
          </a:p>
          <a:p>
            <a:pPr>
              <a:spcAft>
                <a:spcPts val="300"/>
              </a:spcAft>
            </a:pPr>
            <a:r>
              <a:rPr sz="1100" b="1" dirty="0">
                <a:solidFill>
                  <a:srgbClr val="282C34"/>
                </a:solidFill>
                <a:latin typeface="Times New Roman" panose="02020603050405020304" pitchFamily="18" charset="0"/>
                <a:cs typeface="Times New Roman" panose="02020603050405020304" pitchFamily="18" charset="0"/>
              </a:rPr>
              <a:t>Perpetual Manual Inefficiency: </a:t>
            </a:r>
            <a:r>
              <a:rPr sz="1100" b="0" dirty="0">
                <a:solidFill>
                  <a:srgbClr val="282C34"/>
                </a:solidFill>
                <a:latin typeface="Times New Roman" panose="02020603050405020304" pitchFamily="18" charset="0"/>
                <a:cs typeface="Times New Roman" panose="02020603050405020304" pitchFamily="18" charset="0"/>
              </a:rPr>
              <a:t>Researchers will continue spending over 80% of project time on routine portal navigation and copy-pasting instead of data analysis.</a:t>
            </a:r>
          </a:p>
          <a:p>
            <a:pPr>
              <a:spcAft>
                <a:spcPts val="300"/>
              </a:spcAft>
            </a:pPr>
            <a:r>
              <a:rPr sz="1100" b="1" dirty="0">
                <a:solidFill>
                  <a:srgbClr val="282C34"/>
                </a:solidFill>
                <a:latin typeface="Times New Roman" panose="02020603050405020304" pitchFamily="18" charset="0"/>
                <a:cs typeface="Times New Roman" panose="02020603050405020304" pitchFamily="18" charset="0"/>
              </a:rPr>
              <a:t>Severe Sample Size Limitations: </a:t>
            </a:r>
            <a:r>
              <a:rPr sz="1100" b="0" dirty="0">
                <a:solidFill>
                  <a:srgbClr val="282C34"/>
                </a:solidFill>
                <a:latin typeface="Times New Roman" panose="02020603050405020304" pitchFamily="18" charset="0"/>
                <a:cs typeface="Times New Roman" panose="02020603050405020304" pitchFamily="18" charset="0"/>
              </a:rPr>
              <a:t>Judicial studies remain restricted to 20–50 cases, preventing macro-level empirical evaluation of court administration.</a:t>
            </a:r>
          </a:p>
          <a:p>
            <a:pPr>
              <a:spcAft>
                <a:spcPts val="300"/>
              </a:spcAft>
            </a:pPr>
            <a:r>
              <a:rPr sz="1100" b="1" dirty="0">
                <a:solidFill>
                  <a:srgbClr val="282C34"/>
                </a:solidFill>
                <a:latin typeface="Times New Roman" panose="02020603050405020304" pitchFamily="18" charset="0"/>
                <a:cs typeface="Times New Roman" panose="02020603050405020304" pitchFamily="18" charset="0"/>
              </a:rPr>
              <a:t>Fragmented Institutional Datasets: </a:t>
            </a:r>
            <a:r>
              <a:rPr sz="1100" b="0" dirty="0">
                <a:solidFill>
                  <a:srgbClr val="282C34"/>
                </a:solidFill>
                <a:latin typeface="Times New Roman" panose="02020603050405020304" pitchFamily="18" charset="0"/>
                <a:cs typeface="Times New Roman" panose="02020603050405020304" pitchFamily="18" charset="0"/>
              </a:rPr>
              <a:t>Every research team compiles isolated, ad-hoc spreadsheets without standardized schemas, hindering cross-study comparison.</a:t>
            </a:r>
          </a:p>
          <a:p>
            <a:pPr>
              <a:spcAft>
                <a:spcPts val="300"/>
              </a:spcAft>
            </a:pPr>
            <a:r>
              <a:rPr sz="1100" b="1" dirty="0">
                <a:solidFill>
                  <a:srgbClr val="282C34"/>
                </a:solidFill>
                <a:latin typeface="Times New Roman" panose="02020603050405020304" pitchFamily="18" charset="0"/>
                <a:cs typeface="Times New Roman" panose="02020603050405020304" pitchFamily="18" charset="0"/>
              </a:rPr>
              <a:t>Incomplete Historical Context: </a:t>
            </a:r>
            <a:r>
              <a:rPr sz="1100" b="0" dirty="0">
                <a:solidFill>
                  <a:srgbClr val="282C34"/>
                </a:solidFill>
                <a:latin typeface="Times New Roman" panose="02020603050405020304" pitchFamily="18" charset="0"/>
                <a:cs typeface="Times New Roman" panose="02020603050405020304" pitchFamily="18" charset="0"/>
              </a:rPr>
              <a:t>Failure to systematically capture daily status transcripts leads to lost procedural insights regarding case adjournments.</a:t>
            </a:r>
          </a:p>
        </p:txBody>
      </p:sp>
      <p:sp>
        <p:nvSpPr>
          <p:cNvPr id="5" name="Rounded Rectangle 4"/>
          <p:cNvSpPr/>
          <p:nvPr/>
        </p:nvSpPr>
        <p:spPr>
          <a:xfrm>
            <a:off x="516636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Policy &amp; Civic Consequences</a:t>
            </a:r>
          </a:p>
          <a:p>
            <a:pPr>
              <a:spcAft>
                <a:spcPts val="300"/>
              </a:spcAft>
            </a:pPr>
            <a:r>
              <a:rPr sz="1100" b="1">
                <a:solidFill>
                  <a:srgbClr val="282C34"/>
                </a:solidFill>
                <a:latin typeface="Times New Roman" panose="02020603050405020304" pitchFamily="18" charset="0"/>
                <a:cs typeface="Times New Roman" panose="02020603050405020304" pitchFamily="18" charset="0"/>
              </a:rPr>
              <a:t>Delayed Evidence-Based Insights: </a:t>
            </a:r>
            <a:r>
              <a:rPr sz="1100" b="0">
                <a:solidFill>
                  <a:srgbClr val="282C34"/>
                </a:solidFill>
                <a:latin typeface="Times New Roman" panose="02020603050405020304" pitchFamily="18" charset="0"/>
                <a:cs typeface="Times New Roman" panose="02020603050405020304" pitchFamily="18" charset="0"/>
              </a:rPr>
              <a:t>Policy think tanks and reform advocates lack aggregated empirical evidence to recommend procedural improvements.</a:t>
            </a:r>
          </a:p>
          <a:p>
            <a:pPr>
              <a:spcAft>
                <a:spcPts val="300"/>
              </a:spcAft>
            </a:pPr>
            <a:r>
              <a:rPr sz="1100" b="1">
                <a:solidFill>
                  <a:srgbClr val="282C34"/>
                </a:solidFill>
                <a:latin typeface="Times New Roman" panose="02020603050405020304" pitchFamily="18" charset="0"/>
                <a:cs typeface="Times New Roman" panose="02020603050405020304" pitchFamily="18" charset="0"/>
              </a:rPr>
              <a:t>Barriers to Transparency: </a:t>
            </a:r>
            <a:r>
              <a:rPr sz="1100" b="0">
                <a:solidFill>
                  <a:srgbClr val="282C34"/>
                </a:solidFill>
                <a:latin typeface="Times New Roman" panose="02020603050405020304" pitchFamily="18" charset="0"/>
                <a:cs typeface="Times New Roman" panose="02020603050405020304" pitchFamily="18" charset="0"/>
              </a:rPr>
              <a:t>Public court information remains technically public but practically inaccessible for comprehensive empirical auditing.</a:t>
            </a:r>
          </a:p>
          <a:p>
            <a:pPr>
              <a:spcAft>
                <a:spcPts val="300"/>
              </a:spcAft>
            </a:pPr>
            <a:r>
              <a:rPr sz="1100" b="1">
                <a:solidFill>
                  <a:srgbClr val="282C34"/>
                </a:solidFill>
                <a:latin typeface="Times New Roman" panose="02020603050405020304" pitchFamily="18" charset="0"/>
                <a:cs typeface="Times New Roman" panose="02020603050405020304" pitchFamily="18" charset="0"/>
              </a:rPr>
              <a:t>Inability to Track Case Lifecycles: </a:t>
            </a:r>
            <a:r>
              <a:rPr sz="1100" b="0">
                <a:solidFill>
                  <a:srgbClr val="282C34"/>
                </a:solidFill>
                <a:latin typeface="Times New Roman" panose="02020603050405020304" pitchFamily="18" charset="0"/>
                <a:cs typeface="Times New Roman" panose="02020603050405020304" pitchFamily="18" charset="0"/>
              </a:rPr>
              <a:t>Execution Petitions (EX) and pending decrees cannot be tracked longitudinally across years and court complexes.</a:t>
            </a:r>
          </a:p>
          <a:p>
            <a:pPr>
              <a:spcAft>
                <a:spcPts val="300"/>
              </a:spcAft>
            </a:pPr>
            <a:r>
              <a:rPr sz="1100" b="1">
                <a:solidFill>
                  <a:srgbClr val="282C34"/>
                </a:solidFill>
                <a:latin typeface="Times New Roman" panose="02020603050405020304" pitchFamily="18" charset="0"/>
                <a:cs typeface="Times New Roman" panose="02020603050405020304" pitchFamily="18" charset="0"/>
              </a:rPr>
              <a:t>High Opportunity Cost: </a:t>
            </a:r>
            <a:r>
              <a:rPr sz="1100" b="0">
                <a:solidFill>
                  <a:srgbClr val="282C34"/>
                </a:solidFill>
                <a:latin typeface="Times New Roman" panose="02020603050405020304" pitchFamily="18" charset="0"/>
                <a:cs typeface="Times New Roman" panose="02020603050405020304" pitchFamily="18" charset="0"/>
              </a:rPr>
              <a:t>Substantial academic funding and researcher effort are wasted on redundant manual data extraction.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338554"/>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PROBLEM STATEMENT</a:t>
            </a:r>
          </a:p>
        </p:txBody>
      </p:sp>
      <p:sp>
        <p:nvSpPr>
          <p:cNvPr id="3" name="Rounded Rectangle 2"/>
          <p:cNvSpPr/>
          <p:nvPr/>
        </p:nvSpPr>
        <p:spPr>
          <a:xfrm>
            <a:off x="548640" y="1874519"/>
            <a:ext cx="210312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CORE FORMULATION</a:t>
            </a:r>
          </a:p>
        </p:txBody>
      </p:sp>
      <p:sp>
        <p:nvSpPr>
          <p:cNvPr id="4" name="Rounded Rectangle 3"/>
          <p:cNvSpPr/>
          <p:nvPr/>
        </p:nvSpPr>
        <p:spPr>
          <a:xfrm>
            <a:off x="548640" y="2286000"/>
            <a:ext cx="8961120" cy="3931920"/>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274320" tIns="182880" rIns="274320" rtlCol="0" anchor="ctr"/>
          <a:lstStyle/>
          <a:p>
            <a:pPr algn="ctr">
              <a:spcAft>
                <a:spcPts val="1000"/>
              </a:spcAft>
              <a:defRPr sz="1400" b="1">
                <a:solidFill>
                  <a:srgbClr val="0F2043"/>
                </a:solidFill>
                <a:latin typeface="Trebuchet MS"/>
              </a:defRPr>
            </a:pPr>
            <a:r>
              <a:rPr>
                <a:latin typeface="Times New Roman" panose="02020603050405020304" pitchFamily="18" charset="0"/>
                <a:cs typeface="Times New Roman" panose="02020603050405020304" pitchFamily="18" charset="0"/>
              </a:rPr>
              <a:t>Formal Problem Formulation</a:t>
            </a:r>
          </a:p>
          <a:p>
            <a:pPr>
              <a:spcAft>
                <a:spcPts val="1400"/>
              </a:spcAft>
              <a:defRPr sz="1200" i="1">
                <a:solidFill>
                  <a:srgbClr val="1C3666"/>
                </a:solidFill>
                <a:latin typeface="Georgia"/>
              </a:defRPr>
            </a:pPr>
            <a:r>
              <a:rPr>
                <a:latin typeface="Times New Roman" panose="02020603050405020304" pitchFamily="18" charset="0"/>
                <a:cs typeface="Times New Roman" panose="02020603050405020304" pitchFamily="18" charset="0"/>
              </a:rPr>
              <a:t>“Judicial researchers investigating court administration and case workflows are severely hindered by the fragmented, multi-page structure of public court portals. The lack of a centralized, structured database and researcher-centric query workspace turns large-scale case analysis into an error-prone, repetitive, and labor-intensive manual endeavor. There is an urgent need for an integrated judicial research platform that systematically acquires, validates, and normalizes public eCourts data into structured records, providing an intuitive workspace for rich search, multidimensional filtering, and downstream analytical exploration.”</a:t>
            </a:r>
          </a:p>
          <a:p>
            <a:pPr>
              <a:spcAft>
                <a:spcPts val="400"/>
              </a:spcAft>
            </a:pPr>
            <a:r>
              <a:rPr sz="1050" b="1">
                <a:solidFill>
                  <a:srgbClr val="0F2043"/>
                </a:solidFill>
                <a:latin typeface="Times New Roman" panose="02020603050405020304" pitchFamily="18" charset="0"/>
                <a:cs typeface="Times New Roman" panose="02020603050405020304" pitchFamily="18" charset="0"/>
              </a:rPr>
              <a:t>• Data Fragmentation: </a:t>
            </a:r>
            <a:r>
              <a:rPr sz="1050">
                <a:solidFill>
                  <a:srgbClr val="282C34"/>
                </a:solidFill>
                <a:latin typeface="Times New Roman" panose="02020603050405020304" pitchFamily="18" charset="0"/>
                <a:cs typeface="Times New Roman" panose="02020603050405020304" pitchFamily="18" charset="0"/>
              </a:rPr>
              <a:t>Disjointed storage across multiple HTML pages and popups without unified indexing.</a:t>
            </a:r>
          </a:p>
          <a:p>
            <a:pPr>
              <a:spcAft>
                <a:spcPts val="400"/>
              </a:spcAft>
            </a:pPr>
            <a:r>
              <a:rPr sz="1050" b="1">
                <a:solidFill>
                  <a:srgbClr val="0F2043"/>
                </a:solidFill>
                <a:latin typeface="Times New Roman" panose="02020603050405020304" pitchFamily="18" charset="0"/>
                <a:cs typeface="Times New Roman" panose="02020603050405020304" pitchFamily="18" charset="0"/>
              </a:rPr>
              <a:t>• Manual Friction: </a:t>
            </a:r>
            <a:r>
              <a:rPr sz="1050">
                <a:solidFill>
                  <a:srgbClr val="282C34"/>
                </a:solidFill>
                <a:latin typeface="Times New Roman" panose="02020603050405020304" pitchFamily="18" charset="0"/>
                <a:cs typeface="Times New Roman" panose="02020603050405020304" pitchFamily="18" charset="0"/>
              </a:rPr>
              <a:t>High manual overhead for CAPTCHAs, search navigation, and spreadsheet transcription.</a:t>
            </a:r>
          </a:p>
          <a:p>
            <a:pPr>
              <a:spcAft>
                <a:spcPts val="400"/>
              </a:spcAft>
            </a:pPr>
            <a:r>
              <a:rPr sz="1050" b="1">
                <a:solidFill>
                  <a:srgbClr val="0F2043"/>
                </a:solidFill>
                <a:latin typeface="Times New Roman" panose="02020603050405020304" pitchFamily="18" charset="0"/>
                <a:cs typeface="Times New Roman" panose="02020603050405020304" pitchFamily="18" charset="0"/>
              </a:rPr>
              <a:t>• Platform Necessity: </a:t>
            </a:r>
            <a:r>
              <a:rPr sz="1050">
                <a:solidFill>
                  <a:srgbClr val="282C34"/>
                </a:solidFill>
                <a:latin typeface="Times New Roman" panose="02020603050405020304" pitchFamily="18" charset="0"/>
                <a:cs typeface="Times New Roman" panose="02020603050405020304" pitchFamily="18" charset="0"/>
              </a:rPr>
              <a:t>Requirement for an end-to-end system: Ingestion → Normalized Database → Researcher UI/UX.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338554"/>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PROJECT OBJECTIVES</a:t>
            </a:r>
          </a:p>
        </p:txBody>
      </p:sp>
      <p:sp>
        <p:nvSpPr>
          <p:cNvPr id="3" name="Rounded Rectangle 2"/>
          <p:cNvSpPr/>
          <p:nvPr/>
        </p:nvSpPr>
        <p:spPr>
          <a:xfrm>
            <a:off x="548640" y="1874519"/>
            <a:ext cx="219456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rPr>
                <a:latin typeface="Times New Roman" panose="02020603050405020304" pitchFamily="18" charset="0"/>
                <a:cs typeface="Times New Roman" panose="02020603050405020304" pitchFamily="18" charset="0"/>
              </a:rPr>
              <a:t>PLATFORM GOALS</a:t>
            </a:r>
          </a:p>
        </p:txBody>
      </p:sp>
      <p:sp>
        <p:nvSpPr>
          <p:cNvPr id="4" name="Rounded Rectangle 3"/>
          <p:cNvSpPr/>
          <p:nvPr/>
        </p:nvSpPr>
        <p:spPr>
          <a:xfrm>
            <a:off x="548640" y="2286000"/>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rPr>
                <a:latin typeface="Times New Roman" panose="02020603050405020304" pitchFamily="18" charset="0"/>
                <a:cs typeface="Times New Roman" panose="02020603050405020304" pitchFamily="18" charset="0"/>
              </a:rPr>
              <a:t>1. Automated Data Acquisition</a:t>
            </a:r>
          </a:p>
          <a:p>
            <a:pPr>
              <a:defRPr sz="1000">
                <a:solidFill>
                  <a:srgbClr val="282C34"/>
                </a:solidFill>
                <a:latin typeface="Tahoma"/>
              </a:defRPr>
            </a:pPr>
            <a:r>
              <a:rPr>
                <a:latin typeface="Times New Roman" panose="02020603050405020304" pitchFamily="18" charset="0"/>
                <a:cs typeface="Times New Roman" panose="02020603050405020304" pitchFamily="18" charset="0"/>
              </a:rPr>
              <a:t>Systematically collect publicly available case records, hearing histories, daily status logs, processes, and orders from the eCourts portal using Playwright automation.</a:t>
            </a:r>
          </a:p>
        </p:txBody>
      </p:sp>
      <p:sp>
        <p:nvSpPr>
          <p:cNvPr id="5" name="Rounded Rectangle 4"/>
          <p:cNvSpPr/>
          <p:nvPr/>
        </p:nvSpPr>
        <p:spPr>
          <a:xfrm>
            <a:off x="5166360" y="2286000"/>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rPr>
                <a:latin typeface="Times New Roman" panose="02020603050405020304" pitchFamily="18" charset="0"/>
                <a:cs typeface="Times New Roman" panose="02020603050405020304" pitchFamily="18" charset="0"/>
              </a:rPr>
              <a:t>2. Structured Information Modeling</a:t>
            </a:r>
          </a:p>
          <a:p>
            <a:pPr>
              <a:defRPr sz="1000">
                <a:solidFill>
                  <a:srgbClr val="282C34"/>
                </a:solidFill>
                <a:latin typeface="Tahoma"/>
              </a:defRPr>
            </a:pPr>
            <a:r>
              <a:rPr>
                <a:latin typeface="Times New Roman" panose="02020603050405020304" pitchFamily="18" charset="0"/>
                <a:cs typeface="Times New Roman" panose="02020603050405020304" pitchFamily="18" charset="0"/>
              </a:rPr>
              <a:t>Organize extracted case details into normalized, strongly-typed relational records (CNR, registration details, parties, acts, hearings, business transcripts).</a:t>
            </a:r>
          </a:p>
        </p:txBody>
      </p:sp>
      <p:sp>
        <p:nvSpPr>
          <p:cNvPr id="6" name="Rounded Rectangle 5"/>
          <p:cNvSpPr/>
          <p:nvPr/>
        </p:nvSpPr>
        <p:spPr>
          <a:xfrm>
            <a:off x="548640" y="3584448"/>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rPr>
                <a:latin typeface="Times New Roman" panose="02020603050405020304" pitchFamily="18" charset="0"/>
                <a:cs typeface="Times New Roman" panose="02020603050405020304" pitchFamily="18" charset="0"/>
              </a:rPr>
              <a:t>3. Relational Storage Architecture</a:t>
            </a:r>
          </a:p>
          <a:p>
            <a:pPr>
              <a:defRPr sz="1000">
                <a:solidFill>
                  <a:srgbClr val="282C34"/>
                </a:solidFill>
                <a:latin typeface="Tahoma"/>
              </a:defRPr>
            </a:pPr>
            <a:r>
              <a:rPr>
                <a:latin typeface="Times New Roman" panose="02020603050405020304" pitchFamily="18" charset="0"/>
                <a:cs typeface="Times New Roman" panose="02020603050405020304" pitchFamily="18" charset="0"/>
              </a:rPr>
              <a:t>Develop a structured database schema and export pipeline preserving complete case context with zero data loss and full Unicode (Kannada) fidelity.</a:t>
            </a:r>
          </a:p>
        </p:txBody>
      </p:sp>
      <p:sp>
        <p:nvSpPr>
          <p:cNvPr id="7" name="Rounded Rectangle 6"/>
          <p:cNvSpPr/>
          <p:nvPr/>
        </p:nvSpPr>
        <p:spPr>
          <a:xfrm>
            <a:off x="5166360" y="3584448"/>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rPr>
                <a:latin typeface="Times New Roman" panose="02020603050405020304" pitchFamily="18" charset="0"/>
                <a:cs typeface="Times New Roman" panose="02020603050405020304" pitchFamily="18" charset="0"/>
              </a:rPr>
              <a:t>4. Intuitive Researcher UI/UX</a:t>
            </a:r>
          </a:p>
          <a:p>
            <a:pPr>
              <a:defRPr sz="1000">
                <a:solidFill>
                  <a:srgbClr val="282C34"/>
                </a:solidFill>
                <a:latin typeface="Tahoma"/>
              </a:defRPr>
            </a:pPr>
            <a:r>
              <a:rPr>
                <a:latin typeface="Times New Roman" panose="02020603050405020304" pitchFamily="18" charset="0"/>
                <a:cs typeface="Times New Roman" panose="02020603050405020304" pitchFamily="18" charset="0"/>
              </a:rPr>
              <a:t>Design a centralized web workspace providing multi-parameter search, dynamic court/case-type dropdowns, and tabbed case inspection views.</a:t>
            </a:r>
          </a:p>
        </p:txBody>
      </p:sp>
      <p:sp>
        <p:nvSpPr>
          <p:cNvPr id="8" name="Rounded Rectangle 7"/>
          <p:cNvSpPr/>
          <p:nvPr/>
        </p:nvSpPr>
        <p:spPr>
          <a:xfrm>
            <a:off x="548640" y="4882896"/>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rPr>
                <a:latin typeface="Times New Roman" panose="02020603050405020304" pitchFamily="18" charset="0"/>
                <a:cs typeface="Times New Roman" panose="02020603050405020304" pitchFamily="18" charset="0"/>
              </a:rPr>
              <a:t>5. Elimination of Manual Overhead</a:t>
            </a:r>
          </a:p>
          <a:p>
            <a:pPr>
              <a:defRPr sz="1000">
                <a:solidFill>
                  <a:srgbClr val="282C34"/>
                </a:solidFill>
                <a:latin typeface="Tahoma"/>
              </a:defRPr>
            </a:pPr>
            <a:r>
              <a:rPr>
                <a:latin typeface="Times New Roman" panose="02020603050405020304" pitchFamily="18" charset="0"/>
                <a:cs typeface="Times New Roman" panose="02020603050405020304" pitchFamily="18" charset="0"/>
              </a:rPr>
              <a:t>Dramatically reduce repetitive manual lookup time, enabling empirical researchers to focus on data analysis rather than data retrieval.</a:t>
            </a:r>
          </a:p>
        </p:txBody>
      </p:sp>
      <p:sp>
        <p:nvSpPr>
          <p:cNvPr id="9" name="Rounded Rectangle 8"/>
          <p:cNvSpPr/>
          <p:nvPr/>
        </p:nvSpPr>
        <p:spPr>
          <a:xfrm>
            <a:off x="5166360" y="4882896"/>
            <a:ext cx="4343400" cy="11887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ctr">
              <a:spcAft>
                <a:spcPts val="200"/>
              </a:spcAft>
              <a:defRPr sz="1150" b="1">
                <a:solidFill>
                  <a:srgbClr val="1C3666"/>
                </a:solidFill>
                <a:latin typeface="Trebuchet MS"/>
              </a:defRPr>
            </a:pPr>
            <a:r>
              <a:rPr>
                <a:latin typeface="Times New Roman" panose="02020603050405020304" pitchFamily="18" charset="0"/>
                <a:cs typeface="Times New Roman" panose="02020603050405020304" pitchFamily="18" charset="0"/>
              </a:rPr>
              <a:t>6. Foundation for Future AI/ML</a:t>
            </a:r>
          </a:p>
          <a:p>
            <a:pPr>
              <a:defRPr sz="1000">
                <a:solidFill>
                  <a:srgbClr val="282C34"/>
                </a:solidFill>
                <a:latin typeface="Tahoma"/>
              </a:defRPr>
            </a:pPr>
            <a:r>
              <a:rPr>
                <a:latin typeface="Times New Roman" panose="02020603050405020304" pitchFamily="18" charset="0"/>
                <a:cs typeface="Times New Roman" panose="02020603050405020304" pitchFamily="18" charset="0"/>
              </a:rPr>
              <a:t>Establish an auditable data foundation capable of supporting future case similarity clustering, pendency trend analytics, and researcher-defined prioritization.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338554"/>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PROPOSED SYSTEM ARCHITECTURE</a:t>
            </a:r>
          </a:p>
        </p:txBody>
      </p:sp>
      <p:sp>
        <p:nvSpPr>
          <p:cNvPr id="3" name="Rounded Rectangle 2"/>
          <p:cNvSpPr/>
          <p:nvPr/>
        </p:nvSpPr>
        <p:spPr>
          <a:xfrm>
            <a:off x="548640" y="1874519"/>
            <a:ext cx="219456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MULTI-TIER PLATFORM</a:t>
            </a:r>
          </a:p>
        </p:txBody>
      </p:sp>
      <p:sp>
        <p:nvSpPr>
          <p:cNvPr id="4" name="Rounded Rectangle 3"/>
          <p:cNvSpPr/>
          <p:nvPr/>
        </p:nvSpPr>
        <p:spPr>
          <a:xfrm>
            <a:off x="548640" y="2240280"/>
            <a:ext cx="8961120" cy="493776"/>
          </a:xfrm>
          <a:prstGeom prst="roundRect">
            <a:avLst/>
          </a:prstGeom>
          <a:solidFill>
            <a:srgbClr val="FFF8E1"/>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E65100"/>
                </a:solidFill>
                <a:latin typeface="Times New Roman" panose="02020603050405020304" pitchFamily="18" charset="0"/>
                <a:cs typeface="Times New Roman" panose="02020603050405020304" pitchFamily="18" charset="0"/>
              </a:rPr>
              <a:t>TIER 1: PUBLIC DATA SOURCE → </a:t>
            </a:r>
            <a:r>
              <a:rPr sz="1000">
                <a:solidFill>
                  <a:srgbClr val="282C34"/>
                </a:solidFill>
                <a:latin typeface="Times New Roman" panose="02020603050405020304" pitchFamily="18" charset="0"/>
                <a:cs typeface="Times New Roman" panose="02020603050405020304" pitchFamily="18" charset="0"/>
              </a:rPr>
              <a:t>Official eCourts Services Portal (District Courts / City Civil Court Complexes)</a:t>
            </a:r>
          </a:p>
        </p:txBody>
      </p:sp>
      <p:sp>
        <p:nvSpPr>
          <p:cNvPr id="5" name="Rounded Rectangle 4"/>
          <p:cNvSpPr/>
          <p:nvPr/>
        </p:nvSpPr>
        <p:spPr>
          <a:xfrm>
            <a:off x="548640" y="2798064"/>
            <a:ext cx="8961120" cy="493776"/>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1565C0"/>
                </a:solidFill>
                <a:latin typeface="Times New Roman" panose="02020603050405020304" pitchFamily="18" charset="0"/>
                <a:cs typeface="Times New Roman" panose="02020603050405020304" pitchFamily="18" charset="0"/>
              </a:rPr>
              <a:t>TIER 2: DATA ACQUISITION LAYER → </a:t>
            </a:r>
            <a:r>
              <a:rPr sz="1000">
                <a:solidFill>
                  <a:srgbClr val="282C34"/>
                </a:solidFill>
                <a:latin typeface="Times New Roman" panose="02020603050405020304" pitchFamily="18" charset="0"/>
                <a:cs typeface="Times New Roman" panose="02020603050405020304" pitchFamily="18" charset="0"/>
              </a:rPr>
              <a:t>Python 3.12 + Playwright Automation | Session Lifecycle &amp; Human-in-the-Loop CAPTCHA</a:t>
            </a:r>
          </a:p>
        </p:txBody>
      </p:sp>
      <p:sp>
        <p:nvSpPr>
          <p:cNvPr id="6" name="Rounded Rectangle 5"/>
          <p:cNvSpPr/>
          <p:nvPr/>
        </p:nvSpPr>
        <p:spPr>
          <a:xfrm>
            <a:off x="548640" y="3355848"/>
            <a:ext cx="8961120" cy="493776"/>
          </a:xfrm>
          <a:prstGeom prst="roundRect">
            <a:avLst/>
          </a:prstGeom>
          <a:solidFill>
            <a:srgbClr val="E8F5E9"/>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2E7D32"/>
                </a:solidFill>
                <a:latin typeface="Times New Roman" panose="02020603050405020304" pitchFamily="18" charset="0"/>
                <a:cs typeface="Times New Roman" panose="02020603050405020304" pitchFamily="18" charset="0"/>
              </a:rPr>
              <a:t>TIER 3: PARSING &amp; VALIDATION → </a:t>
            </a:r>
            <a:r>
              <a:rPr sz="1000">
                <a:solidFill>
                  <a:srgbClr val="282C34"/>
                </a:solidFill>
                <a:latin typeface="Times New Roman" panose="02020603050405020304" pitchFamily="18" charset="0"/>
                <a:cs typeface="Times New Roman" panose="02020603050405020304" pitchFamily="18" charset="0"/>
              </a:rPr>
              <a:t>BeautifulSoup4 DOM Extraction | 100% Zero-Loss Field Audit Suite &amp; Parity Verifier</a:t>
            </a:r>
          </a:p>
        </p:txBody>
      </p:sp>
      <p:sp>
        <p:nvSpPr>
          <p:cNvPr id="7" name="Rounded Rectangle 6"/>
          <p:cNvSpPr/>
          <p:nvPr/>
        </p:nvSpPr>
        <p:spPr>
          <a:xfrm>
            <a:off x="548640" y="3913632"/>
            <a:ext cx="8961120" cy="493776"/>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1565C0"/>
                </a:solidFill>
                <a:latin typeface="Times New Roman" panose="02020603050405020304" pitchFamily="18" charset="0"/>
                <a:cs typeface="Times New Roman" panose="02020603050405020304" pitchFamily="18" charset="0"/>
              </a:rPr>
              <a:t>TIER 4: STRUCTURED STORAGE → </a:t>
            </a:r>
            <a:r>
              <a:rPr sz="1000">
                <a:solidFill>
                  <a:srgbClr val="282C34"/>
                </a:solidFill>
                <a:latin typeface="Times New Roman" panose="02020603050405020304" pitchFamily="18" charset="0"/>
                <a:cs typeface="Times New Roman" panose="02020603050405020304" pitchFamily="18" charset="0"/>
              </a:rPr>
              <a:t>Normalized Data Models | Relational Schema, JSON Records, Consolidated Master CSV/XLSX</a:t>
            </a:r>
          </a:p>
        </p:txBody>
      </p:sp>
      <p:sp>
        <p:nvSpPr>
          <p:cNvPr id="8" name="Rounded Rectangle 7"/>
          <p:cNvSpPr/>
          <p:nvPr/>
        </p:nvSpPr>
        <p:spPr>
          <a:xfrm>
            <a:off x="548640" y="4471416"/>
            <a:ext cx="8961120" cy="493776"/>
          </a:xfrm>
          <a:prstGeom prst="roundRect">
            <a:avLst/>
          </a:prstGeom>
          <a:solidFill>
            <a:srgbClr val="E8F5E9"/>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2E7D32"/>
                </a:solidFill>
                <a:latin typeface="Times New Roman" panose="02020603050405020304" pitchFamily="18" charset="0"/>
                <a:cs typeface="Times New Roman" panose="02020603050405020304" pitchFamily="18" charset="0"/>
              </a:rPr>
              <a:t>TIER 5: DAKSH APPLICATION CORE → </a:t>
            </a:r>
            <a:r>
              <a:rPr sz="1000">
                <a:solidFill>
                  <a:srgbClr val="282C34"/>
                </a:solidFill>
                <a:latin typeface="Times New Roman" panose="02020603050405020304" pitchFamily="18" charset="0"/>
                <a:cs typeface="Times New Roman" panose="02020603050405020304" pitchFamily="18" charset="0"/>
              </a:rPr>
              <a:t>Query Engine, Multi-Parameter Filters, Case Workspace Router &amp; Aggregation APIs</a:t>
            </a:r>
          </a:p>
        </p:txBody>
      </p:sp>
      <p:sp>
        <p:nvSpPr>
          <p:cNvPr id="9" name="Rounded Rectangle 8"/>
          <p:cNvSpPr/>
          <p:nvPr/>
        </p:nvSpPr>
        <p:spPr>
          <a:xfrm>
            <a:off x="548640" y="5029200"/>
            <a:ext cx="8961120" cy="493776"/>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1565C0"/>
                </a:solidFill>
                <a:latin typeface="Times New Roman" panose="02020603050405020304" pitchFamily="18" charset="0"/>
                <a:cs typeface="Times New Roman" panose="02020603050405020304" pitchFamily="18" charset="0"/>
              </a:rPr>
              <a:t>TIER 6: RESEARCHER UI/UX WORKSPACE → </a:t>
            </a:r>
            <a:r>
              <a:rPr sz="1000">
                <a:solidFill>
                  <a:srgbClr val="282C34"/>
                </a:solidFill>
                <a:latin typeface="Times New Roman" panose="02020603050405020304" pitchFamily="18" charset="0"/>
                <a:cs typeface="Times New Roman" panose="02020603050405020304" pitchFamily="18" charset="0"/>
              </a:rPr>
              <a:t>Search Bar, District/Type Dropdowns, Case Details, Hearing History, Daily Status &amp; Orders</a:t>
            </a:r>
          </a:p>
        </p:txBody>
      </p:sp>
      <p:sp>
        <p:nvSpPr>
          <p:cNvPr id="10" name="Rounded Rectangle 9"/>
          <p:cNvSpPr/>
          <p:nvPr/>
        </p:nvSpPr>
        <p:spPr>
          <a:xfrm>
            <a:off x="548640" y="5586984"/>
            <a:ext cx="8961120" cy="493776"/>
          </a:xfrm>
          <a:prstGeom prst="roundRect">
            <a:avLst/>
          </a:prstGeom>
          <a:solidFill>
            <a:srgbClr val="F3E5F5"/>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54864" rtlCol="0" anchor="ctr"/>
          <a:lstStyle/>
          <a:p>
            <a:pPr algn="ctr"/>
            <a:r>
              <a:rPr sz="1050" b="1">
                <a:solidFill>
                  <a:srgbClr val="7B1FA2"/>
                </a:solidFill>
                <a:latin typeface="Times New Roman" panose="02020603050405020304" pitchFamily="18" charset="0"/>
                <a:cs typeface="Times New Roman" panose="02020603050405020304" pitchFamily="18" charset="0"/>
              </a:rPr>
              <a:t>TIER 7: FUTURE AI / ML INTELLIGENCE → </a:t>
            </a:r>
            <a:r>
              <a:rPr sz="1000">
                <a:solidFill>
                  <a:srgbClr val="282C34"/>
                </a:solidFill>
                <a:latin typeface="Times New Roman" panose="02020603050405020304" pitchFamily="18" charset="0"/>
                <a:cs typeface="Times New Roman" panose="02020603050405020304" pitchFamily="18" charset="0"/>
              </a:rPr>
              <a:t>Case Clustering, Pendency Trend Analytics &amp; Decision-Support Case Priority Queue [FUTURE]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338554"/>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DATA ACQUISITION LAYER</a:t>
            </a:r>
          </a:p>
        </p:txBody>
      </p:sp>
      <p:sp>
        <p:nvSpPr>
          <p:cNvPr id="3" name="Rounded Rectangle 2"/>
          <p:cNvSpPr/>
          <p:nvPr/>
        </p:nvSpPr>
        <p:spPr>
          <a:xfrm>
            <a:off x="548640" y="1874519"/>
            <a:ext cx="2468880" cy="292608"/>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2E7D32"/>
                </a:solidFill>
                <a:latin typeface="Tahoma"/>
              </a:defRPr>
            </a:pPr>
            <a:r>
              <a:rPr>
                <a:latin typeface="Times New Roman" panose="02020603050405020304" pitchFamily="18" charset="0"/>
                <a:cs typeface="Times New Roman" panose="02020603050405020304" pitchFamily="18" charset="0"/>
              </a:rPr>
              <a:t>FOUNDATIONAL INGESTION TIER</a:t>
            </a:r>
          </a:p>
        </p:txBody>
      </p:sp>
      <p:sp>
        <p:nvSpPr>
          <p:cNvPr id="4" name="Rounded Rectangle 3"/>
          <p:cNvSpPr/>
          <p:nvPr/>
        </p:nvSpPr>
        <p:spPr>
          <a:xfrm>
            <a:off x="54864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Automated Navigation &amp; Ingestion</a:t>
            </a:r>
          </a:p>
          <a:p>
            <a:pPr>
              <a:spcAft>
                <a:spcPts val="300"/>
              </a:spcAft>
            </a:pPr>
            <a:r>
              <a:rPr sz="1100" b="1">
                <a:solidFill>
                  <a:srgbClr val="282C34"/>
                </a:solidFill>
                <a:latin typeface="Times New Roman" panose="02020603050405020304" pitchFamily="18" charset="0"/>
                <a:cs typeface="Times New Roman" panose="02020603050405020304" pitchFamily="18" charset="0"/>
              </a:rPr>
              <a:t>Role in Hierarchy: </a:t>
            </a:r>
            <a:r>
              <a:rPr sz="1100" b="0">
                <a:solidFill>
                  <a:srgbClr val="282C34"/>
                </a:solidFill>
                <a:latin typeface="Times New Roman" panose="02020603050405020304" pitchFamily="18" charset="0"/>
                <a:cs typeface="Times New Roman" panose="02020603050405020304" pitchFamily="18" charset="0"/>
              </a:rPr>
              <a:t>Scraping is strictly the data acquisition foundation — not the final research application.</a:t>
            </a:r>
          </a:p>
          <a:p>
            <a:pPr>
              <a:spcAft>
                <a:spcPts val="300"/>
              </a:spcAft>
            </a:pPr>
            <a:r>
              <a:rPr sz="1100" b="1">
                <a:solidFill>
                  <a:srgbClr val="282C34"/>
                </a:solidFill>
                <a:latin typeface="Times New Roman" panose="02020603050405020304" pitchFamily="18" charset="0"/>
                <a:cs typeface="Times New Roman" panose="02020603050405020304" pitchFamily="18" charset="0"/>
              </a:rPr>
              <a:t>Target Portal: </a:t>
            </a:r>
            <a:r>
              <a:rPr sz="1100" b="0">
                <a:solidFill>
                  <a:srgbClr val="282C34"/>
                </a:solidFill>
                <a:latin typeface="Times New Roman" panose="02020603050405020304" pitchFamily="18" charset="0"/>
                <a:cs typeface="Times New Roman" panose="02020603050405020304" pitchFamily="18" charset="0"/>
              </a:rPr>
              <a:t>eCourts Case Status Portal (Search by Case Type / Complex).</a:t>
            </a:r>
          </a:p>
          <a:p>
            <a:pPr>
              <a:spcAft>
                <a:spcPts val="300"/>
              </a:spcAft>
            </a:pPr>
            <a:r>
              <a:rPr sz="1100" b="1">
                <a:solidFill>
                  <a:srgbClr val="282C34"/>
                </a:solidFill>
                <a:latin typeface="Times New Roman" panose="02020603050405020304" pitchFamily="18" charset="0"/>
                <a:cs typeface="Times New Roman" panose="02020603050405020304" pitchFamily="18" charset="0"/>
              </a:rPr>
              <a:t>State &amp; District Selection: </a:t>
            </a:r>
            <a:r>
              <a:rPr sz="1100" b="0">
                <a:solidFill>
                  <a:srgbClr val="282C34"/>
                </a:solidFill>
                <a:latin typeface="Times New Roman" panose="02020603050405020304" pitchFamily="18" charset="0"/>
                <a:cs typeface="Times New Roman" panose="02020603050405020304" pitchFamily="18" charset="0"/>
              </a:rPr>
              <a:t>Automated dropdown selection for Karnataka / BENGALURU City Civil Court Complex.</a:t>
            </a:r>
          </a:p>
          <a:p>
            <a:pPr>
              <a:spcAft>
                <a:spcPts val="300"/>
              </a:spcAft>
            </a:pPr>
            <a:r>
              <a:rPr sz="1100" b="1">
                <a:solidFill>
                  <a:srgbClr val="282C34"/>
                </a:solidFill>
                <a:latin typeface="Times New Roman" panose="02020603050405020304" pitchFamily="18" charset="0"/>
                <a:cs typeface="Times New Roman" panose="02020603050405020304" pitchFamily="18" charset="0"/>
              </a:rPr>
              <a:t>Establishment &amp; Case Type: </a:t>
            </a:r>
            <a:r>
              <a:rPr sz="1100" b="0">
                <a:solidFill>
                  <a:srgbClr val="282C34"/>
                </a:solidFill>
                <a:latin typeface="Times New Roman" panose="02020603050405020304" pitchFamily="18" charset="0"/>
                <a:cs typeface="Times New Roman" panose="02020603050405020304" pitchFamily="18" charset="0"/>
              </a:rPr>
              <a:t>PRL. CITY CIVIL AND SESSIONS JUDGE / EX – Execution Petition Under Order.</a:t>
            </a:r>
          </a:p>
          <a:p>
            <a:pPr>
              <a:spcAft>
                <a:spcPts val="300"/>
              </a:spcAft>
            </a:pPr>
            <a:r>
              <a:rPr sz="1100" b="1">
                <a:solidFill>
                  <a:srgbClr val="282C34"/>
                </a:solidFill>
                <a:latin typeface="Times New Roman" panose="02020603050405020304" pitchFamily="18" charset="0"/>
                <a:cs typeface="Times New Roman" panose="02020603050405020304" pitchFamily="18" charset="0"/>
              </a:rPr>
              <a:t>CAPTCHA Handling: </a:t>
            </a:r>
            <a:r>
              <a:rPr sz="1100" b="0">
                <a:solidFill>
                  <a:srgbClr val="282C34"/>
                </a:solidFill>
                <a:latin typeface="Times New Roman" panose="02020603050405020304" pitchFamily="18" charset="0"/>
                <a:cs typeface="Times New Roman" panose="02020603050405020304" pitchFamily="18" charset="0"/>
              </a:rPr>
              <a:t>Clean pause workflow for human-in-the-loop CAPTCHA entry to ensure reliability.</a:t>
            </a:r>
          </a:p>
        </p:txBody>
      </p:sp>
      <p:sp>
        <p:nvSpPr>
          <p:cNvPr id="5" name="Rounded Rectangle 4"/>
          <p:cNvSpPr/>
          <p:nvPr/>
        </p:nvSpPr>
        <p:spPr>
          <a:xfrm>
            <a:off x="516636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Deep Section Extraction Workflow</a:t>
            </a:r>
          </a:p>
          <a:p>
            <a:pPr>
              <a:spcAft>
                <a:spcPts val="300"/>
              </a:spcAft>
            </a:pPr>
            <a:r>
              <a:rPr sz="1100" b="1">
                <a:solidFill>
                  <a:srgbClr val="282C34"/>
                </a:solidFill>
                <a:latin typeface="Times New Roman" panose="02020603050405020304" pitchFamily="18" charset="0"/>
                <a:cs typeface="Times New Roman" panose="02020603050405020304" pitchFamily="18" charset="0"/>
              </a:rPr>
              <a:t>Case Details: </a:t>
            </a:r>
            <a:r>
              <a:rPr sz="1100" b="0">
                <a:solidFill>
                  <a:srgbClr val="282C34"/>
                </a:solidFill>
                <a:latin typeface="Times New Roman" panose="02020603050405020304" pitchFamily="18" charset="0"/>
                <a:cs typeface="Times New Roman" panose="02020603050405020304" pitchFamily="18" charset="0"/>
              </a:rPr>
              <a:t>Filing/Registration numbers, CNR, first hearing, decision date, case status, judge.</a:t>
            </a:r>
          </a:p>
          <a:p>
            <a:pPr>
              <a:spcAft>
                <a:spcPts val="300"/>
              </a:spcAft>
            </a:pPr>
            <a:r>
              <a:rPr sz="1100" b="1">
                <a:solidFill>
                  <a:srgbClr val="282C34"/>
                </a:solidFill>
                <a:latin typeface="Times New Roman" panose="02020603050405020304" pitchFamily="18" charset="0"/>
                <a:cs typeface="Times New Roman" panose="02020603050405020304" pitchFamily="18" charset="0"/>
              </a:rPr>
              <a:t>Parties &amp; Advocates: </a:t>
            </a:r>
            <a:r>
              <a:rPr sz="1100" b="0">
                <a:solidFill>
                  <a:srgbClr val="282C34"/>
                </a:solidFill>
                <a:latin typeface="Times New Roman" panose="02020603050405020304" pitchFamily="18" charset="0"/>
                <a:cs typeface="Times New Roman" panose="02020603050405020304" pitchFamily="18" charset="0"/>
              </a:rPr>
              <a:t>Complete petitioner and respondent hierarchies with assigned legal counsel.</a:t>
            </a:r>
          </a:p>
          <a:p>
            <a:pPr>
              <a:spcAft>
                <a:spcPts val="300"/>
              </a:spcAft>
            </a:pPr>
            <a:r>
              <a:rPr sz="1100" b="1">
                <a:solidFill>
                  <a:srgbClr val="282C34"/>
                </a:solidFill>
                <a:latin typeface="Times New Roman" panose="02020603050405020304" pitchFamily="18" charset="0"/>
                <a:cs typeface="Times New Roman" panose="02020603050405020304" pitchFamily="18" charset="0"/>
              </a:rPr>
              <a:t>Acts &amp; Sections: </a:t>
            </a:r>
            <a:r>
              <a:rPr sz="1100" b="0">
                <a:solidFill>
                  <a:srgbClr val="282C34"/>
                </a:solidFill>
                <a:latin typeface="Times New Roman" panose="02020603050405020304" pitchFamily="18" charset="0"/>
                <a:cs typeface="Times New Roman" panose="02020603050405020304" pitchFamily="18" charset="0"/>
              </a:rPr>
              <a:t>Exhaustive extraction of statutory provisions and sections invoked.</a:t>
            </a:r>
          </a:p>
          <a:p>
            <a:pPr>
              <a:spcAft>
                <a:spcPts val="300"/>
              </a:spcAft>
            </a:pPr>
            <a:r>
              <a:rPr sz="1100" b="1">
                <a:solidFill>
                  <a:srgbClr val="282C34"/>
                </a:solidFill>
                <a:latin typeface="Times New Roman" panose="02020603050405020304" pitchFamily="18" charset="0"/>
                <a:cs typeface="Times New Roman" panose="02020603050405020304" pitchFamily="18" charset="0"/>
              </a:rPr>
              <a:t>Case History: </a:t>
            </a:r>
            <a:r>
              <a:rPr sz="1100" b="0">
                <a:solidFill>
                  <a:srgbClr val="282C34"/>
                </a:solidFill>
                <a:latin typeface="Times New Roman" panose="02020603050405020304" pitchFamily="18" charset="0"/>
                <a:cs typeface="Times New Roman" panose="02020603050405020304" pitchFamily="18" charset="0"/>
              </a:rPr>
              <a:t>Every hearing row: Judge, Business Date, Hearing Date, Purpose of Hearing.</a:t>
            </a:r>
          </a:p>
          <a:p>
            <a:pPr>
              <a:spcAft>
                <a:spcPts val="300"/>
              </a:spcAft>
            </a:pPr>
            <a:r>
              <a:rPr sz="1100" b="1">
                <a:solidFill>
                  <a:srgbClr val="282C34"/>
                </a:solidFill>
                <a:latin typeface="Times New Roman" panose="02020603050405020304" pitchFamily="18" charset="0"/>
                <a:cs typeface="Times New Roman" panose="02020603050405020304" pitchFamily="18" charset="0"/>
              </a:rPr>
              <a:t>Orders &amp; Daily Status: </a:t>
            </a:r>
            <a:r>
              <a:rPr sz="1100" b="0">
                <a:solidFill>
                  <a:srgbClr val="282C34"/>
                </a:solidFill>
                <a:latin typeface="Times New Roman" panose="02020603050405020304" pitchFamily="18" charset="0"/>
                <a:cs typeface="Times New Roman" panose="02020603050405020304" pitchFamily="18" charset="0"/>
              </a:rPr>
              <a:t>Visits EVERY order hyperlink; extracts complete judicial business transcripts.</a:t>
            </a:r>
          </a:p>
          <a:p>
            <a:pPr>
              <a:spcAft>
                <a:spcPts val="300"/>
              </a:spcAft>
            </a:pPr>
            <a:r>
              <a:rPr sz="1100" b="1">
                <a:solidFill>
                  <a:srgbClr val="282C34"/>
                </a:solidFill>
                <a:latin typeface="Times New Roman" panose="02020603050405020304" pitchFamily="18" charset="0"/>
                <a:cs typeface="Times New Roman" panose="02020603050405020304" pitchFamily="18" charset="0"/>
              </a:rPr>
              <a:t>Zero Data Loss Audit: </a:t>
            </a:r>
            <a:r>
              <a:rPr sz="1100" b="0">
                <a:solidFill>
                  <a:srgbClr val="282C34"/>
                </a:solidFill>
                <a:latin typeface="Times New Roman" panose="02020603050405020304" pitchFamily="18" charset="0"/>
                <a:cs typeface="Times New Roman" panose="02020603050405020304" pitchFamily="18" charset="0"/>
              </a:rPr>
              <a:t>Automated parity auditor verifies Web DOM == JSON == CSV == XLSX.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677108"/>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STRUCTURED DATABASE &amp; INFORMATION MODEL</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RELATIONAL SCHEMA</a:t>
            </a:r>
          </a:p>
        </p:txBody>
      </p:sp>
      <p:sp>
        <p:nvSpPr>
          <p:cNvPr id="4" name="Rounded Rectangle 3"/>
          <p:cNvSpPr/>
          <p:nvPr/>
        </p:nvSpPr>
        <p:spPr>
          <a:xfrm>
            <a:off x="54864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Core Entities &amp; Relational Schema</a:t>
            </a:r>
          </a:p>
          <a:p>
            <a:pPr>
              <a:spcAft>
                <a:spcPts val="300"/>
              </a:spcAft>
            </a:pPr>
            <a:r>
              <a:rPr sz="1100" b="1">
                <a:solidFill>
                  <a:srgbClr val="282C34"/>
                </a:solidFill>
                <a:latin typeface="Times New Roman" panose="02020603050405020304" pitchFamily="18" charset="0"/>
                <a:cs typeface="Times New Roman" panose="02020603050405020304" pitchFamily="18" charset="0"/>
              </a:rPr>
              <a:t>CASE Entity (Master): </a:t>
            </a:r>
            <a:r>
              <a:rPr sz="1100" b="0">
                <a:solidFill>
                  <a:srgbClr val="282C34"/>
                </a:solidFill>
                <a:latin typeface="Times New Roman" panose="02020603050405020304" pitchFamily="18" charset="0"/>
                <a:cs typeface="Times New Roman" panose="02020603050405020304" pitchFamily="18" charset="0"/>
              </a:rPr>
              <a:t>CNR Number (PK), Registration No, Filing Date, Decision Date, Status, Nature of Disposal, Court/Judge.</a:t>
            </a:r>
          </a:p>
          <a:p>
            <a:pPr>
              <a:spcAft>
                <a:spcPts val="300"/>
              </a:spcAft>
            </a:pPr>
            <a:r>
              <a:rPr sz="1100" b="1">
                <a:solidFill>
                  <a:srgbClr val="282C34"/>
                </a:solidFill>
                <a:latin typeface="Times New Roman" panose="02020603050405020304" pitchFamily="18" charset="0"/>
                <a:cs typeface="Times New Roman" panose="02020603050405020304" pitchFamily="18" charset="0"/>
              </a:rPr>
              <a:t>Parties &amp; Counsel: </a:t>
            </a:r>
            <a:r>
              <a:rPr sz="1100" b="0">
                <a:solidFill>
                  <a:srgbClr val="282C34"/>
                </a:solidFill>
                <a:latin typeface="Times New Roman" panose="02020603050405020304" pitchFamily="18" charset="0"/>
                <a:cs typeface="Times New Roman" panose="02020603050405020304" pitchFamily="18" charset="0"/>
              </a:rPr>
              <a:t>1-to-many relationship: Petitioners, Respondents, and Advocates linked to Case ID.</a:t>
            </a:r>
          </a:p>
          <a:p>
            <a:pPr>
              <a:spcAft>
                <a:spcPts val="300"/>
              </a:spcAft>
            </a:pPr>
            <a:r>
              <a:rPr sz="1100" b="1">
                <a:solidFill>
                  <a:srgbClr val="282C34"/>
                </a:solidFill>
                <a:latin typeface="Times New Roman" panose="02020603050405020304" pitchFamily="18" charset="0"/>
                <a:cs typeface="Times New Roman" panose="02020603050405020304" pitchFamily="18" charset="0"/>
              </a:rPr>
              <a:t>Acts &amp; Provisions: </a:t>
            </a:r>
            <a:r>
              <a:rPr sz="1100" b="0">
                <a:solidFill>
                  <a:srgbClr val="282C34"/>
                </a:solidFill>
                <a:latin typeface="Times New Roman" panose="02020603050405020304" pitchFamily="18" charset="0"/>
                <a:cs typeface="Times New Roman" panose="02020603050405020304" pitchFamily="18" charset="0"/>
              </a:rPr>
              <a:t>Statute names, section numbers, and legal classifications.</a:t>
            </a:r>
          </a:p>
          <a:p>
            <a:pPr>
              <a:spcAft>
                <a:spcPts val="300"/>
              </a:spcAft>
            </a:pPr>
            <a:r>
              <a:rPr sz="1100" b="1">
                <a:solidFill>
                  <a:srgbClr val="282C34"/>
                </a:solidFill>
                <a:latin typeface="Times New Roman" panose="02020603050405020304" pitchFamily="18" charset="0"/>
                <a:cs typeface="Times New Roman" panose="02020603050405020304" pitchFamily="18" charset="0"/>
              </a:rPr>
              <a:t>Hearing History: </a:t>
            </a:r>
            <a:r>
              <a:rPr sz="1100" b="0">
                <a:solidFill>
                  <a:srgbClr val="282C34"/>
                </a:solidFill>
                <a:latin typeface="Times New Roman" panose="02020603050405020304" pitchFamily="18" charset="0"/>
                <a:cs typeface="Times New Roman" panose="02020603050405020304" pitchFamily="18" charset="0"/>
              </a:rPr>
              <a:t>Chronological table: Business Date, Next Hearing Date, Purpose of Hearing (Notice, Summons, Disposal).</a:t>
            </a:r>
          </a:p>
          <a:p>
            <a:pPr>
              <a:spcAft>
                <a:spcPts val="300"/>
              </a:spcAft>
            </a:pPr>
            <a:r>
              <a:rPr sz="1100" b="1">
                <a:solidFill>
                  <a:srgbClr val="282C34"/>
                </a:solidFill>
                <a:latin typeface="Times New Roman" panose="02020603050405020304" pitchFamily="18" charset="0"/>
                <a:cs typeface="Times New Roman" panose="02020603050405020304" pitchFamily="18" charset="0"/>
              </a:rPr>
              <a:t>Daily Status &amp; Business: </a:t>
            </a:r>
            <a:r>
              <a:rPr sz="1100" b="0">
                <a:solidFill>
                  <a:srgbClr val="282C34"/>
                </a:solidFill>
                <a:latin typeface="Times New Roman" panose="02020603050405020304" pitchFamily="18" charset="0"/>
                <a:cs typeface="Times New Roman" panose="02020603050405020304" pitchFamily="18" charset="0"/>
              </a:rPr>
              <a:t>Complete verbatim transcripts of daily orders with disposal remarks.</a:t>
            </a:r>
          </a:p>
          <a:p>
            <a:pPr>
              <a:spcAft>
                <a:spcPts val="300"/>
              </a:spcAft>
            </a:pPr>
            <a:r>
              <a:rPr sz="1100" b="1">
                <a:solidFill>
                  <a:srgbClr val="282C34"/>
                </a:solidFill>
                <a:latin typeface="Times New Roman" panose="02020603050405020304" pitchFamily="18" charset="0"/>
                <a:cs typeface="Times New Roman" panose="02020603050405020304" pitchFamily="18" charset="0"/>
              </a:rPr>
              <a:t>Processes &amp; Transfers: </a:t>
            </a:r>
            <a:r>
              <a:rPr sz="1100" b="0">
                <a:solidFill>
                  <a:srgbClr val="282C34"/>
                </a:solidFill>
                <a:latin typeface="Times New Roman" panose="02020603050405020304" pitchFamily="18" charset="0"/>
                <a:cs typeface="Times New Roman" panose="02020603050405020304" pitchFamily="18" charset="0"/>
              </a:rPr>
              <a:t>Process ID, Title, Issue Date, Transferring &amp; Receiving Courts.</a:t>
            </a:r>
          </a:p>
        </p:txBody>
      </p:sp>
      <p:sp>
        <p:nvSpPr>
          <p:cNvPr id="5" name="Rounded Rectangle 4"/>
          <p:cNvSpPr/>
          <p:nvPr/>
        </p:nvSpPr>
        <p:spPr>
          <a:xfrm>
            <a:off x="516636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Data Integrity &amp; Architectural Benefits</a:t>
            </a:r>
          </a:p>
          <a:p>
            <a:pPr>
              <a:spcAft>
                <a:spcPts val="300"/>
              </a:spcAft>
            </a:pPr>
            <a:r>
              <a:rPr sz="1100" b="1">
                <a:solidFill>
                  <a:srgbClr val="282C34"/>
                </a:solidFill>
                <a:latin typeface="Times New Roman" panose="02020603050405020304" pitchFamily="18" charset="0"/>
                <a:cs typeface="Times New Roman" panose="02020603050405020304" pitchFamily="18" charset="0"/>
              </a:rPr>
              <a:t>Relational Querying: </a:t>
            </a:r>
            <a:r>
              <a:rPr sz="1100" b="0">
                <a:solidFill>
                  <a:srgbClr val="282C34"/>
                </a:solidFill>
                <a:latin typeface="Times New Roman" panose="02020603050405020304" pitchFamily="18" charset="0"/>
                <a:cs typeface="Times New Roman" panose="02020603050405020304" pitchFamily="18" charset="0"/>
              </a:rPr>
              <a:t>Enables SQL/indexed querying across complex multi-variable judicial parameters.</a:t>
            </a:r>
          </a:p>
          <a:p>
            <a:pPr>
              <a:spcAft>
                <a:spcPts val="300"/>
              </a:spcAft>
            </a:pPr>
            <a:r>
              <a:rPr sz="1100" b="1">
                <a:solidFill>
                  <a:srgbClr val="282C34"/>
                </a:solidFill>
                <a:latin typeface="Times New Roman" panose="02020603050405020304" pitchFamily="18" charset="0"/>
                <a:cs typeface="Times New Roman" panose="02020603050405020304" pitchFamily="18" charset="0"/>
              </a:rPr>
              <a:t>Linguistic Preservation: </a:t>
            </a:r>
            <a:r>
              <a:rPr sz="1100" b="0">
                <a:solidFill>
                  <a:srgbClr val="282C34"/>
                </a:solidFill>
                <a:latin typeface="Times New Roman" panose="02020603050405020304" pitchFamily="18" charset="0"/>
                <a:cs typeface="Times New Roman" panose="02020603050405020304" pitchFamily="18" charset="0"/>
              </a:rPr>
              <a:t>Full UTF-8 with BOM support preserving English, Kannada, and vernacular notations without corruption.</a:t>
            </a:r>
          </a:p>
          <a:p>
            <a:pPr>
              <a:spcAft>
                <a:spcPts val="300"/>
              </a:spcAft>
            </a:pPr>
            <a:r>
              <a:rPr sz="1100" b="1">
                <a:solidFill>
                  <a:srgbClr val="282C34"/>
                </a:solidFill>
                <a:latin typeface="Times New Roman" panose="02020603050405020304" pitchFamily="18" charset="0"/>
                <a:cs typeface="Times New Roman" panose="02020603050405020304" pitchFamily="18" charset="0"/>
              </a:rPr>
              <a:t>Standardized Export Formats: </a:t>
            </a:r>
            <a:r>
              <a:rPr sz="1100" b="0">
                <a:solidFill>
                  <a:srgbClr val="282C34"/>
                </a:solidFill>
                <a:latin typeface="Times New Roman" panose="02020603050405020304" pitchFamily="18" charset="0"/>
                <a:cs typeface="Times New Roman" panose="02020603050405020304" pitchFamily="18" charset="0"/>
              </a:rPr>
              <a:t>Provides clean JSON, relational CSVs, and Excel outputs for downstream statistical software.</a:t>
            </a:r>
          </a:p>
          <a:p>
            <a:pPr>
              <a:spcAft>
                <a:spcPts val="300"/>
              </a:spcAft>
            </a:pPr>
            <a:r>
              <a:rPr sz="1100" b="1">
                <a:solidFill>
                  <a:srgbClr val="282C34"/>
                </a:solidFill>
                <a:latin typeface="Times New Roman" panose="02020603050405020304" pitchFamily="18" charset="0"/>
                <a:cs typeface="Times New Roman" panose="02020603050405020304" pitchFamily="18" charset="0"/>
              </a:rPr>
              <a:t>Extensible Data Foundation: </a:t>
            </a:r>
            <a:r>
              <a:rPr sz="1100" b="0">
                <a:solidFill>
                  <a:srgbClr val="282C34"/>
                </a:solidFill>
                <a:latin typeface="Times New Roman" panose="02020603050405020304" pitchFamily="18" charset="0"/>
                <a:cs typeface="Times New Roman" panose="02020603050405020304" pitchFamily="18" charset="0"/>
              </a:rPr>
              <a:t>Engineered to seamlessly support future API endpoints, web dashboards, and AI analytics models.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677108"/>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PROPOSED RESEARCHER UI/UX WORKSPACE</a:t>
            </a:r>
          </a:p>
        </p:txBody>
      </p:sp>
      <p:sp>
        <p:nvSpPr>
          <p:cNvPr id="3" name="Rounded Rectangle 2"/>
          <p:cNvSpPr/>
          <p:nvPr/>
        </p:nvSpPr>
        <p:spPr>
          <a:xfrm>
            <a:off x="548640" y="1874519"/>
            <a:ext cx="2468880" cy="292608"/>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E65100"/>
                </a:solidFill>
                <a:latin typeface="Tahoma"/>
              </a:defRPr>
            </a:pPr>
            <a:r>
              <a:rPr>
                <a:latin typeface="Times New Roman" panose="02020603050405020304" pitchFamily="18" charset="0"/>
                <a:cs typeface="Times New Roman" panose="02020603050405020304" pitchFamily="18" charset="0"/>
              </a:rPr>
              <a:t>PROPOSED APPLICATION UI</a:t>
            </a:r>
          </a:p>
        </p:txBody>
      </p:sp>
      <p:sp>
        <p:nvSpPr>
          <p:cNvPr id="4" name="Rounded Rectangle 3"/>
          <p:cNvSpPr/>
          <p:nvPr/>
        </p:nvSpPr>
        <p:spPr>
          <a:xfrm>
            <a:off x="54864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Search &amp; Multi-Parameter Filter Panel</a:t>
            </a:r>
          </a:p>
          <a:p>
            <a:pPr>
              <a:spcAft>
                <a:spcPts val="300"/>
              </a:spcAft>
            </a:pPr>
            <a:r>
              <a:rPr sz="1100" b="1">
                <a:solidFill>
                  <a:srgbClr val="282C34"/>
                </a:solidFill>
                <a:latin typeface="Times New Roman" panose="02020603050405020304" pitchFamily="18" charset="0"/>
                <a:cs typeface="Times New Roman" panose="02020603050405020304" pitchFamily="18" charset="0"/>
              </a:rPr>
              <a:t>Global Search Bar: </a:t>
            </a:r>
            <a:r>
              <a:rPr sz="1100" b="0">
                <a:solidFill>
                  <a:srgbClr val="282C34"/>
                </a:solidFill>
                <a:latin typeface="Times New Roman" panose="02020603050405020304" pitchFamily="18" charset="0"/>
                <a:cs typeface="Times New Roman" panose="02020603050405020304" pitchFamily="18" charset="0"/>
              </a:rPr>
              <a:t>Direct lookup by CNR Number, Case Number, Party Name, or Advocate Name.</a:t>
            </a:r>
          </a:p>
          <a:p>
            <a:pPr>
              <a:spcAft>
                <a:spcPts val="300"/>
              </a:spcAft>
            </a:pPr>
            <a:r>
              <a:rPr sz="1100" b="1">
                <a:solidFill>
                  <a:srgbClr val="282C34"/>
                </a:solidFill>
                <a:latin typeface="Times New Roman" panose="02020603050405020304" pitchFamily="18" charset="0"/>
                <a:cs typeface="Times New Roman" panose="02020603050405020304" pitchFamily="18" charset="0"/>
              </a:rPr>
              <a:t>Dynamic Dropdowns: </a:t>
            </a:r>
            <a:r>
              <a:rPr sz="1100" b="0">
                <a:solidFill>
                  <a:srgbClr val="282C34"/>
                </a:solidFill>
                <a:latin typeface="Times New Roman" panose="02020603050405020304" pitchFamily="18" charset="0"/>
                <a:cs typeface="Times New Roman" panose="02020603050405020304" pitchFamily="18" charset="0"/>
              </a:rPr>
              <a:t>Hierarchical selection: State → District → Court Complex → Establishment.</a:t>
            </a:r>
          </a:p>
          <a:p>
            <a:pPr>
              <a:spcAft>
                <a:spcPts val="300"/>
              </a:spcAft>
            </a:pPr>
            <a:r>
              <a:rPr sz="1100" b="1">
                <a:solidFill>
                  <a:srgbClr val="282C34"/>
                </a:solidFill>
                <a:latin typeface="Times New Roman" panose="02020603050405020304" pitchFamily="18" charset="0"/>
                <a:cs typeface="Times New Roman" panose="02020603050405020304" pitchFamily="18" charset="0"/>
              </a:rPr>
              <a:t>Case Classification Filters: </a:t>
            </a:r>
            <a:r>
              <a:rPr sz="1100" b="0">
                <a:solidFill>
                  <a:srgbClr val="282C34"/>
                </a:solidFill>
                <a:latin typeface="Times New Roman" panose="02020603050405020304" pitchFamily="18" charset="0"/>
                <a:cs typeface="Times New Roman" panose="02020603050405020304" pitchFamily="18" charset="0"/>
              </a:rPr>
              <a:t>Filter by Case Type (EX, OS, CC), Filing Year, Decision Year, and Case Status (Pending/Disposed).</a:t>
            </a:r>
          </a:p>
          <a:p>
            <a:pPr>
              <a:spcAft>
                <a:spcPts val="300"/>
              </a:spcAft>
            </a:pPr>
            <a:r>
              <a:rPr sz="1100" b="1">
                <a:solidFill>
                  <a:srgbClr val="282C34"/>
                </a:solidFill>
                <a:latin typeface="Times New Roman" panose="02020603050405020304" pitchFamily="18" charset="0"/>
                <a:cs typeface="Times New Roman" panose="02020603050405020304" pitchFamily="18" charset="0"/>
              </a:rPr>
              <a:t>Stage &amp; Purpose Filters: </a:t>
            </a:r>
            <a:r>
              <a:rPr sz="1100" b="0">
                <a:solidFill>
                  <a:srgbClr val="282C34"/>
                </a:solidFill>
                <a:latin typeface="Times New Roman" panose="02020603050405020304" pitchFamily="18" charset="0"/>
                <a:cs typeface="Times New Roman" panose="02020603050405020304" pitchFamily="18" charset="0"/>
              </a:rPr>
              <a:t>Filter cases by specific hearing purposes (e.g., Summons, Evidence, Arguments, Orders).</a:t>
            </a:r>
          </a:p>
          <a:p>
            <a:pPr>
              <a:spcAft>
                <a:spcPts val="300"/>
              </a:spcAft>
            </a:pPr>
            <a:r>
              <a:rPr sz="1100" b="1">
                <a:solidFill>
                  <a:srgbClr val="282C34"/>
                </a:solidFill>
                <a:latin typeface="Times New Roman" panose="02020603050405020304" pitchFamily="18" charset="0"/>
                <a:cs typeface="Times New Roman" panose="02020603050405020304" pitchFamily="18" charset="0"/>
              </a:rPr>
              <a:t>Interactive Results Grid: </a:t>
            </a:r>
            <a:r>
              <a:rPr sz="1100" b="0">
                <a:solidFill>
                  <a:srgbClr val="282C34"/>
                </a:solidFill>
                <a:latin typeface="Times New Roman" panose="02020603050405020304" pitchFamily="18" charset="0"/>
                <a:cs typeface="Times New Roman" panose="02020603050405020304" pitchFamily="18" charset="0"/>
              </a:rPr>
              <a:t>Displays matching cases with summary metrics: duration, hearing count, and last order date.</a:t>
            </a:r>
          </a:p>
        </p:txBody>
      </p:sp>
      <p:sp>
        <p:nvSpPr>
          <p:cNvPr id="5" name="Rounded Rectangle 4"/>
          <p:cNvSpPr/>
          <p:nvPr/>
        </p:nvSpPr>
        <p:spPr>
          <a:xfrm>
            <a:off x="516636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Case Information Workspace (Tabbed View)</a:t>
            </a:r>
          </a:p>
          <a:p>
            <a:pPr>
              <a:spcAft>
                <a:spcPts val="300"/>
              </a:spcAft>
            </a:pPr>
            <a:r>
              <a:rPr sz="1100" b="1">
                <a:solidFill>
                  <a:srgbClr val="282C34"/>
                </a:solidFill>
                <a:latin typeface="Times New Roman" panose="02020603050405020304" pitchFamily="18" charset="0"/>
                <a:cs typeface="Times New Roman" panose="02020603050405020304" pitchFamily="18" charset="0"/>
              </a:rPr>
              <a:t>Tab 1: Case Overview: </a:t>
            </a:r>
            <a:r>
              <a:rPr sz="1100" b="0">
                <a:solidFill>
                  <a:srgbClr val="282C34"/>
                </a:solidFill>
                <a:latin typeface="Times New Roman" panose="02020603050405020304" pitchFamily="18" charset="0"/>
                <a:cs typeface="Times New Roman" panose="02020603050405020304" pitchFamily="18" charset="0"/>
              </a:rPr>
              <a:t>Summary cards showing registration metadata, judge, court complex, and disposal nature.</a:t>
            </a:r>
          </a:p>
          <a:p>
            <a:pPr>
              <a:spcAft>
                <a:spcPts val="300"/>
              </a:spcAft>
            </a:pPr>
            <a:r>
              <a:rPr sz="1100" b="1">
                <a:solidFill>
                  <a:srgbClr val="282C34"/>
                </a:solidFill>
                <a:latin typeface="Times New Roman" panose="02020603050405020304" pitchFamily="18" charset="0"/>
                <a:cs typeface="Times New Roman" panose="02020603050405020304" pitchFamily="18" charset="0"/>
              </a:rPr>
              <a:t>Tab 2: Hearing Chronology: </a:t>
            </a:r>
            <a:r>
              <a:rPr sz="1100" b="0">
                <a:solidFill>
                  <a:srgbClr val="282C34"/>
                </a:solidFill>
                <a:latin typeface="Times New Roman" panose="02020603050405020304" pitchFamily="18" charset="0"/>
                <a:cs typeface="Times New Roman" panose="02020603050405020304" pitchFamily="18" charset="0"/>
              </a:rPr>
              <a:t>Interactive timeline of all hearing dates, business dates, and recorded hearing purposes.</a:t>
            </a:r>
          </a:p>
          <a:p>
            <a:pPr>
              <a:spcAft>
                <a:spcPts val="300"/>
              </a:spcAft>
            </a:pPr>
            <a:r>
              <a:rPr sz="1100" b="1">
                <a:solidFill>
                  <a:srgbClr val="282C34"/>
                </a:solidFill>
                <a:latin typeface="Times New Roman" panose="02020603050405020304" pitchFamily="18" charset="0"/>
                <a:cs typeface="Times New Roman" panose="02020603050405020304" pitchFamily="18" charset="0"/>
              </a:rPr>
              <a:t>Tab 3: Daily Status Transcripts: </a:t>
            </a:r>
            <a:r>
              <a:rPr sz="1100" b="0">
                <a:solidFill>
                  <a:srgbClr val="282C34"/>
                </a:solidFill>
                <a:latin typeface="Times New Roman" panose="02020603050405020304" pitchFamily="18" charset="0"/>
                <a:cs typeface="Times New Roman" panose="02020603050405020304" pitchFamily="18" charset="0"/>
              </a:rPr>
              <a:t>Synchronized transcript viewer displaying daily judicial business notes.</a:t>
            </a:r>
          </a:p>
          <a:p>
            <a:pPr>
              <a:spcAft>
                <a:spcPts val="300"/>
              </a:spcAft>
            </a:pPr>
            <a:r>
              <a:rPr sz="1100" b="1">
                <a:solidFill>
                  <a:srgbClr val="282C34"/>
                </a:solidFill>
                <a:latin typeface="Times New Roman" panose="02020603050405020304" pitchFamily="18" charset="0"/>
                <a:cs typeface="Times New Roman" panose="02020603050405020304" pitchFamily="18" charset="0"/>
              </a:rPr>
              <a:t>Tab 4: Parties &amp; Advocates: </a:t>
            </a:r>
            <a:r>
              <a:rPr sz="1100" b="0">
                <a:solidFill>
                  <a:srgbClr val="282C34"/>
                </a:solidFill>
                <a:latin typeface="Times New Roman" panose="02020603050405020304" pitchFamily="18" charset="0"/>
                <a:cs typeface="Times New Roman" panose="02020603050405020304" pitchFamily="18" charset="0"/>
              </a:rPr>
              <a:t>Structured party hierarchy with legal representation history.</a:t>
            </a:r>
          </a:p>
          <a:p>
            <a:pPr>
              <a:spcAft>
                <a:spcPts val="300"/>
              </a:spcAft>
            </a:pPr>
            <a:r>
              <a:rPr sz="1100" b="1">
                <a:solidFill>
                  <a:srgbClr val="282C34"/>
                </a:solidFill>
                <a:latin typeface="Times New Roman" panose="02020603050405020304" pitchFamily="18" charset="0"/>
                <a:cs typeface="Times New Roman" panose="02020603050405020304" pitchFamily="18" charset="0"/>
              </a:rPr>
              <a:t>Tab 5: Orders &amp; Documents: </a:t>
            </a:r>
            <a:r>
              <a:rPr sz="1100" b="0">
                <a:solidFill>
                  <a:srgbClr val="282C34"/>
                </a:solidFill>
                <a:latin typeface="Times New Roman" panose="02020603050405020304" pitchFamily="18" charset="0"/>
                <a:cs typeface="Times New Roman" panose="02020603050405020304" pitchFamily="18" charset="0"/>
              </a:rPr>
              <a:t>Centralized repository of all interlocutory and final orders with download options.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338554"/>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RESEARCHER USER JOURNEY</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END-TO-END WORKFLOW</a:t>
            </a:r>
          </a:p>
        </p:txBody>
      </p:sp>
      <p:sp>
        <p:nvSpPr>
          <p:cNvPr id="4" name="Rounded Rectangle 3"/>
          <p:cNvSpPr/>
          <p:nvPr/>
        </p:nvSpPr>
        <p:spPr>
          <a:xfrm>
            <a:off x="548640" y="2240280"/>
            <a:ext cx="8961120" cy="59436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imes New Roman" panose="02020603050405020304" pitchFamily="18" charset="0"/>
                <a:cs typeface="Times New Roman" panose="02020603050405020304" pitchFamily="18" charset="0"/>
              </a:rPr>
              <a:t>1. Open DAKSH Platform → </a:t>
            </a:r>
            <a:r>
              <a:rPr sz="1050">
                <a:solidFill>
                  <a:srgbClr val="282C34"/>
                </a:solidFill>
                <a:latin typeface="Times New Roman" panose="02020603050405020304" pitchFamily="18" charset="0"/>
                <a:cs typeface="Times New Roman" panose="02020603050405020304" pitchFamily="18" charset="0"/>
              </a:rPr>
              <a:t>Researcher accesses the centralized judicial research web application.</a:t>
            </a:r>
          </a:p>
        </p:txBody>
      </p:sp>
      <p:sp>
        <p:nvSpPr>
          <p:cNvPr id="5" name="Rounded Rectangle 4"/>
          <p:cNvSpPr/>
          <p:nvPr/>
        </p:nvSpPr>
        <p:spPr>
          <a:xfrm>
            <a:off x="548640" y="2907792"/>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imes New Roman" panose="02020603050405020304" pitchFamily="18" charset="0"/>
                <a:cs typeface="Times New Roman" panose="02020603050405020304" pitchFamily="18" charset="0"/>
              </a:rPr>
              <a:t>2. Select Search Parameters → </a:t>
            </a:r>
            <a:r>
              <a:rPr sz="1050">
                <a:solidFill>
                  <a:srgbClr val="282C34"/>
                </a:solidFill>
                <a:latin typeface="Times New Roman" panose="02020603050405020304" pitchFamily="18" charset="0"/>
                <a:cs typeface="Times New Roman" panose="02020603050405020304" pitchFamily="18" charset="0"/>
              </a:rPr>
              <a:t>Selects Court Complex (e.g., Bengaluru City Civil), Case Type (EX), and Year range (2010–2023).</a:t>
            </a:r>
          </a:p>
        </p:txBody>
      </p:sp>
      <p:sp>
        <p:nvSpPr>
          <p:cNvPr id="6" name="Rounded Rectangle 5"/>
          <p:cNvSpPr/>
          <p:nvPr/>
        </p:nvSpPr>
        <p:spPr>
          <a:xfrm>
            <a:off x="548640" y="3575304"/>
            <a:ext cx="8961120" cy="59436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imes New Roman" panose="02020603050405020304" pitchFamily="18" charset="0"/>
                <a:cs typeface="Times New Roman" panose="02020603050405020304" pitchFamily="18" charset="0"/>
              </a:rPr>
              <a:t>3. Apply Research Filters → </a:t>
            </a:r>
            <a:r>
              <a:rPr sz="1050">
                <a:solidFill>
                  <a:srgbClr val="282C34"/>
                </a:solidFill>
                <a:latin typeface="Times New Roman" panose="02020603050405020304" pitchFamily="18" charset="0"/>
                <a:cs typeface="Times New Roman" panose="02020603050405020304" pitchFamily="18" charset="0"/>
              </a:rPr>
              <a:t>Applies granular filters by disposal nature, specific statutory act, or pending duration.</a:t>
            </a:r>
          </a:p>
        </p:txBody>
      </p:sp>
      <p:sp>
        <p:nvSpPr>
          <p:cNvPr id="7" name="Rounded Rectangle 6"/>
          <p:cNvSpPr/>
          <p:nvPr/>
        </p:nvSpPr>
        <p:spPr>
          <a:xfrm>
            <a:off x="548640" y="4242816"/>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imes New Roman" panose="02020603050405020304" pitchFamily="18" charset="0"/>
                <a:cs typeface="Times New Roman" panose="02020603050405020304" pitchFamily="18" charset="0"/>
              </a:rPr>
              <a:t>4. Inspect Results Explorer → </a:t>
            </a:r>
            <a:r>
              <a:rPr sz="1050">
                <a:solidFill>
                  <a:srgbClr val="282C34"/>
                </a:solidFill>
                <a:latin typeface="Times New Roman" panose="02020603050405020304" pitchFamily="18" charset="0"/>
                <a:cs typeface="Times New Roman" panose="02020603050405020304" pitchFamily="18" charset="0"/>
              </a:rPr>
              <a:t>Reviews matching case cards displaying case age, total hearings, and latest stage.</a:t>
            </a:r>
          </a:p>
        </p:txBody>
      </p:sp>
      <p:sp>
        <p:nvSpPr>
          <p:cNvPr id="8" name="Rounded Rectangle 7"/>
          <p:cNvSpPr/>
          <p:nvPr/>
        </p:nvSpPr>
        <p:spPr>
          <a:xfrm>
            <a:off x="548640" y="4910328"/>
            <a:ext cx="8961120" cy="594360"/>
          </a:xfrm>
          <a:prstGeom prst="roundRect">
            <a:avLst/>
          </a:prstGeom>
          <a:solidFill>
            <a:srgbClr val="E3F2FD"/>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imes New Roman" panose="02020603050405020304" pitchFamily="18" charset="0"/>
                <a:cs typeface="Times New Roman" panose="02020603050405020304" pitchFamily="18" charset="0"/>
              </a:rPr>
              <a:t>5. Open Case Workspace → </a:t>
            </a:r>
            <a:r>
              <a:rPr sz="1050">
                <a:solidFill>
                  <a:srgbClr val="282C34"/>
                </a:solidFill>
                <a:latin typeface="Times New Roman" panose="02020603050405020304" pitchFamily="18" charset="0"/>
                <a:cs typeface="Times New Roman" panose="02020603050405020304" pitchFamily="18" charset="0"/>
              </a:rPr>
              <a:t>Opens a unified workspace displaying synchronized hearing histories, daily notes, and orders.</a:t>
            </a:r>
          </a:p>
        </p:txBody>
      </p:sp>
      <p:sp>
        <p:nvSpPr>
          <p:cNvPr id="9" name="Rounded Rectangle 8"/>
          <p:cNvSpPr/>
          <p:nvPr/>
        </p:nvSpPr>
        <p:spPr>
          <a:xfrm>
            <a:off x="548640" y="5577840"/>
            <a:ext cx="8961120" cy="59436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r>
              <a:rPr sz="1100" b="1">
                <a:solidFill>
                  <a:srgbClr val="1C3666"/>
                </a:solidFill>
                <a:latin typeface="Times New Roman" panose="02020603050405020304" pitchFamily="18" charset="0"/>
                <a:cs typeface="Times New Roman" panose="02020603050405020304" pitchFamily="18" charset="0"/>
              </a:rPr>
              <a:t>6. Analyze &amp; Export → </a:t>
            </a:r>
            <a:r>
              <a:rPr sz="1050">
                <a:solidFill>
                  <a:srgbClr val="282C34"/>
                </a:solidFill>
                <a:latin typeface="Times New Roman" panose="02020603050405020304" pitchFamily="18" charset="0"/>
                <a:cs typeface="Times New Roman" panose="02020603050405020304" pitchFamily="18" charset="0"/>
              </a:rPr>
              <a:t>Performs cross-case comparison and exports structured datasets (CSV/JSON) for empirical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677108"/>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FUTURE SCOPE: ANALYTICS &amp; PRIORITIZATION</a:t>
            </a:r>
          </a:p>
        </p:txBody>
      </p:sp>
      <p:sp>
        <p:nvSpPr>
          <p:cNvPr id="3" name="Rounded Rectangle 2"/>
          <p:cNvSpPr/>
          <p:nvPr/>
        </p:nvSpPr>
        <p:spPr>
          <a:xfrm>
            <a:off x="548640" y="1874519"/>
            <a:ext cx="2560320" cy="292608"/>
          </a:xfrm>
          <a:prstGeom prst="round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7B1FA2"/>
                </a:solidFill>
                <a:latin typeface="Tahoma"/>
              </a:defRPr>
            </a:pPr>
            <a:r>
              <a:rPr>
                <a:latin typeface="Times New Roman" panose="02020603050405020304" pitchFamily="18" charset="0"/>
                <a:cs typeface="Times New Roman" panose="02020603050405020304" pitchFamily="18" charset="0"/>
              </a:rPr>
              <a:t>FUTURE SCOPE — DECISION SUPPORT</a:t>
            </a:r>
          </a:p>
        </p:txBody>
      </p:sp>
      <p:sp>
        <p:nvSpPr>
          <p:cNvPr id="4" name="Rounded Rectangle 3"/>
          <p:cNvSpPr/>
          <p:nvPr/>
        </p:nvSpPr>
        <p:spPr>
          <a:xfrm>
            <a:off x="54864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AI/ML Judicial Analytics [FUTURE]</a:t>
            </a:r>
          </a:p>
          <a:p>
            <a:pPr>
              <a:spcAft>
                <a:spcPts val="300"/>
              </a:spcAft>
            </a:pPr>
            <a:r>
              <a:rPr sz="1050" b="1">
                <a:solidFill>
                  <a:srgbClr val="282C34"/>
                </a:solidFill>
                <a:latin typeface="Times New Roman" panose="02020603050405020304" pitchFamily="18" charset="0"/>
                <a:cs typeface="Times New Roman" panose="02020603050405020304" pitchFamily="18" charset="0"/>
              </a:rPr>
              <a:t>Case Clustering: </a:t>
            </a:r>
            <a:r>
              <a:rPr sz="1050" b="0">
                <a:solidFill>
                  <a:srgbClr val="282C34"/>
                </a:solidFill>
                <a:latin typeface="Times New Roman" panose="02020603050405020304" pitchFamily="18" charset="0"/>
                <a:cs typeface="Times New Roman" panose="02020603050405020304" pitchFamily="18" charset="0"/>
              </a:rPr>
              <a:t>Unsupervised grouping of cases by procedural milestones, stage durations, and statutory provisions.</a:t>
            </a:r>
          </a:p>
          <a:p>
            <a:pPr>
              <a:spcAft>
                <a:spcPts val="300"/>
              </a:spcAft>
            </a:pPr>
            <a:r>
              <a:rPr sz="1050" b="1">
                <a:solidFill>
                  <a:srgbClr val="282C34"/>
                </a:solidFill>
                <a:latin typeface="Times New Roman" panose="02020603050405020304" pitchFamily="18" charset="0"/>
                <a:cs typeface="Times New Roman" panose="02020603050405020304" pitchFamily="18" charset="0"/>
              </a:rPr>
              <a:t>Pendency &amp; Delay Modeling: </a:t>
            </a:r>
            <a:r>
              <a:rPr sz="1050" b="0">
                <a:solidFill>
                  <a:srgbClr val="282C34"/>
                </a:solidFill>
                <a:latin typeface="Times New Roman" panose="02020603050405020304" pitchFamily="18" charset="0"/>
                <a:cs typeface="Times New Roman" panose="02020603050405020304" pitchFamily="18" charset="0"/>
              </a:rPr>
              <a:t>Statistical analysis identifying procedural stages causing prolonged case pendency.</a:t>
            </a:r>
          </a:p>
          <a:p>
            <a:pPr>
              <a:spcAft>
                <a:spcPts val="300"/>
              </a:spcAft>
            </a:pPr>
            <a:r>
              <a:rPr sz="1050" b="1">
                <a:solidFill>
                  <a:srgbClr val="282C34"/>
                </a:solidFill>
                <a:latin typeface="Times New Roman" panose="02020603050405020304" pitchFamily="18" charset="0"/>
                <a:cs typeface="Times New Roman" panose="02020603050405020304" pitchFamily="18" charset="0"/>
              </a:rPr>
              <a:t>Adjournment Pattern Detection: </a:t>
            </a:r>
            <a:r>
              <a:rPr sz="1050" b="0">
                <a:solidFill>
                  <a:srgbClr val="282C34"/>
                </a:solidFill>
                <a:latin typeface="Times New Roman" panose="02020603050405020304" pitchFamily="18" charset="0"/>
                <a:cs typeface="Times New Roman" panose="02020603050405020304" pitchFamily="18" charset="0"/>
              </a:rPr>
              <a:t>Analyzing hearing intervals and adjournment frequency across case types.</a:t>
            </a:r>
          </a:p>
          <a:p>
            <a:pPr>
              <a:spcAft>
                <a:spcPts val="300"/>
              </a:spcAft>
            </a:pPr>
            <a:r>
              <a:rPr sz="1050" b="1">
                <a:solidFill>
                  <a:srgbClr val="282C34"/>
                </a:solidFill>
                <a:latin typeface="Times New Roman" panose="02020603050405020304" pitchFamily="18" charset="0"/>
                <a:cs typeface="Times New Roman" panose="02020603050405020304" pitchFamily="18" charset="0"/>
              </a:rPr>
              <a:t>Semantic Retrieval: </a:t>
            </a:r>
            <a:r>
              <a:rPr sz="1050" b="0">
                <a:solidFill>
                  <a:srgbClr val="282C34"/>
                </a:solidFill>
                <a:latin typeface="Times New Roman" panose="02020603050405020304" pitchFamily="18" charset="0"/>
                <a:cs typeface="Times New Roman" panose="02020603050405020304" pitchFamily="18" charset="0"/>
              </a:rPr>
              <a:t>Vector search across unstructured judicial daily status transcripts and order texts.</a:t>
            </a:r>
          </a:p>
        </p:txBody>
      </p:sp>
      <p:sp>
        <p:nvSpPr>
          <p:cNvPr id="5" name="Rounded Rectangle 4"/>
          <p:cNvSpPr/>
          <p:nvPr/>
        </p:nvSpPr>
        <p:spPr>
          <a:xfrm>
            <a:off x="5166360" y="2286000"/>
            <a:ext cx="4343400" cy="3931920"/>
          </a:xfrm>
          <a:prstGeom prst="roundRect">
            <a:avLst/>
          </a:prstGeom>
          <a:solidFill>
            <a:srgbClr val="F6F8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350" b="1">
                <a:solidFill>
                  <a:srgbClr val="1C3666"/>
                </a:solidFill>
                <a:latin typeface="Trebuchet MS"/>
              </a:defRPr>
            </a:pPr>
            <a:r>
              <a:rPr>
                <a:latin typeface="Times New Roman" panose="02020603050405020304" pitchFamily="18" charset="0"/>
                <a:cs typeface="Times New Roman" panose="02020603050405020304" pitchFamily="18" charset="0"/>
              </a:rPr>
              <a:t>Case Prioritization Queue [PROPOSED]</a:t>
            </a:r>
          </a:p>
          <a:p>
            <a:pPr>
              <a:spcAft>
                <a:spcPts val="300"/>
              </a:spcAft>
            </a:pPr>
            <a:r>
              <a:rPr sz="1050" b="1">
                <a:solidFill>
                  <a:srgbClr val="282C34"/>
                </a:solidFill>
                <a:latin typeface="Times New Roman" panose="02020603050405020304" pitchFamily="18" charset="0"/>
                <a:cs typeface="Times New Roman" panose="02020603050405020304" pitchFamily="18" charset="0"/>
              </a:rPr>
              <a:t>Decision Support Focus: </a:t>
            </a:r>
            <a:r>
              <a:rPr sz="1050" b="0">
                <a:solidFill>
                  <a:srgbClr val="282C34"/>
                </a:solidFill>
                <a:latin typeface="Times New Roman" panose="02020603050405020304" pitchFamily="18" charset="0"/>
                <a:cs typeface="Times New Roman" panose="02020603050405020304" pitchFamily="18" charset="0"/>
              </a:rPr>
              <a:t>Designed to help researchers organize, rank, and filter large case cohorts for empirical study.</a:t>
            </a:r>
          </a:p>
          <a:p>
            <a:pPr>
              <a:spcAft>
                <a:spcPts val="300"/>
              </a:spcAft>
            </a:pPr>
            <a:r>
              <a:rPr sz="1050" b="1">
                <a:solidFill>
                  <a:srgbClr val="282C34"/>
                </a:solidFill>
                <a:latin typeface="Times New Roman" panose="02020603050405020304" pitchFamily="18" charset="0"/>
                <a:cs typeface="Times New Roman" panose="02020603050405020304" pitchFamily="18" charset="0"/>
              </a:rPr>
              <a:t>Multi-Factor Scoring: </a:t>
            </a:r>
            <a:r>
              <a:rPr sz="1050" b="0">
                <a:solidFill>
                  <a:srgbClr val="282C34"/>
                </a:solidFill>
                <a:latin typeface="Times New Roman" panose="02020603050405020304" pitchFamily="18" charset="0"/>
                <a:cs typeface="Times New Roman" panose="02020603050405020304" pitchFamily="18" charset="0"/>
              </a:rPr>
              <a:t>Configurable weights based on case age, total hearings, stage intervals, and statutory importance.</a:t>
            </a:r>
          </a:p>
          <a:p>
            <a:pPr>
              <a:spcAft>
                <a:spcPts val="300"/>
              </a:spcAft>
            </a:pPr>
            <a:r>
              <a:rPr sz="1050" b="1">
                <a:solidFill>
                  <a:srgbClr val="282C34"/>
                </a:solidFill>
                <a:latin typeface="Times New Roman" panose="02020603050405020304" pitchFamily="18" charset="0"/>
                <a:cs typeface="Times New Roman" panose="02020603050405020304" pitchFamily="18" charset="0"/>
              </a:rPr>
              <a:t>Transparent &amp; Auditable: </a:t>
            </a:r>
            <a:r>
              <a:rPr sz="1050" b="0">
                <a:solidFill>
                  <a:srgbClr val="282C34"/>
                </a:solidFill>
                <a:latin typeface="Times New Roman" panose="02020603050405020304" pitchFamily="18" charset="0"/>
                <a:cs typeface="Times New Roman" panose="02020603050405020304" pitchFamily="18" charset="0"/>
              </a:rPr>
              <a:t>Every score is fully traceable to explicit features; no black-box predictions.</a:t>
            </a:r>
          </a:p>
          <a:p>
            <a:pPr>
              <a:spcAft>
                <a:spcPts val="300"/>
              </a:spcAft>
            </a:pPr>
            <a:r>
              <a:rPr sz="1050" b="1">
                <a:solidFill>
                  <a:srgbClr val="282C34"/>
                </a:solidFill>
                <a:latin typeface="Times New Roman" panose="02020603050405020304" pitchFamily="18" charset="0"/>
                <a:cs typeface="Times New Roman" panose="02020603050405020304" pitchFamily="18" charset="0"/>
              </a:rPr>
              <a:t>Human Governance: </a:t>
            </a:r>
            <a:r>
              <a:rPr sz="1050" b="0">
                <a:solidFill>
                  <a:srgbClr val="282C34"/>
                </a:solidFill>
                <a:latin typeface="Times New Roman" panose="02020603050405020304" pitchFamily="18" charset="0"/>
                <a:cs typeface="Times New Roman" panose="02020603050405020304" pitchFamily="18" charset="0"/>
              </a:rPr>
              <a:t>Strictly an academic decision-support tool; does NOT alter court scheduling or judicial rulings.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698" y="1406093"/>
            <a:ext cx="5747003" cy="677108"/>
          </a:xfrm>
        </p:spPr>
        <p:txBody>
          <a:bodyPr/>
          <a:lstStyle/>
          <a:p>
            <a:pPr algn="ctr">
              <a:defRPr sz="2200" b="1">
                <a:solidFill>
                  <a:srgbClr val="0F2043"/>
                </a:solidFill>
                <a:latin typeface="Trebuchet MS"/>
              </a:defRPr>
            </a:pPr>
            <a:r>
              <a:rPr>
                <a:latin typeface="Times New Roman" panose="02020603050405020304" pitchFamily="18" charset="0"/>
                <a:cs typeface="Times New Roman" panose="02020603050405020304" pitchFamily="18" charset="0"/>
              </a:rPr>
              <a:t>TECHNICAL EVIDENCE &amp; CURRENT STATUS</a:t>
            </a:r>
          </a:p>
        </p:txBody>
      </p:sp>
      <p:sp>
        <p:nvSpPr>
          <p:cNvPr id="3" name="Rounded Rectangle 2"/>
          <p:cNvSpPr/>
          <p:nvPr/>
        </p:nvSpPr>
        <p:spPr>
          <a:xfrm>
            <a:off x="548640" y="1874519"/>
            <a:ext cx="2286000" cy="29260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none" lIns="45720" tIns="18288" rIns="45720" bIns="18288" rtlCol="0" anchor="ctr"/>
          <a:lstStyle/>
          <a:p>
            <a:pPr algn="ctr">
              <a:defRPr sz="900" b="1">
                <a:solidFill>
                  <a:srgbClr val="1565C0"/>
                </a:solidFill>
                <a:latin typeface="Tahoma"/>
              </a:defRPr>
            </a:pPr>
            <a:r>
              <a:rPr>
                <a:latin typeface="Times New Roman" panose="02020603050405020304" pitchFamily="18" charset="0"/>
                <a:cs typeface="Times New Roman" panose="02020603050405020304" pitchFamily="18" charset="0"/>
              </a:rPr>
              <a:t>EXECUTION &amp; MILESTONES</a:t>
            </a:r>
          </a:p>
        </p:txBody>
      </p:sp>
      <p:sp>
        <p:nvSpPr>
          <p:cNvPr id="4" name="Rounded Rectangle 3"/>
          <p:cNvSpPr/>
          <p:nvPr/>
        </p:nvSpPr>
        <p:spPr>
          <a:xfrm>
            <a:off x="548640" y="2286000"/>
            <a:ext cx="2834640" cy="3931920"/>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200" b="1">
                <a:solidFill>
                  <a:srgbClr val="2E7D32"/>
                </a:solidFill>
                <a:latin typeface="Trebuchet MS"/>
              </a:defRPr>
            </a:pPr>
            <a:r>
              <a:rPr>
                <a:latin typeface="Times New Roman" panose="02020603050405020304" pitchFamily="18" charset="0"/>
                <a:cs typeface="Times New Roman" panose="02020603050405020304" pitchFamily="18" charset="0"/>
              </a:rPr>
              <a:t>Completed &amp; Validated</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[CURRENT SYSTEM]</a:t>
            </a:r>
          </a:p>
          <a:p>
            <a:pPr>
              <a:spcAft>
                <a:spcPts val="300"/>
              </a:spcAft>
            </a:pPr>
            <a:r>
              <a:rPr sz="950" b="1">
                <a:solidFill>
                  <a:srgbClr val="282C34"/>
                </a:solidFill>
                <a:latin typeface="Times New Roman" panose="02020603050405020304" pitchFamily="18" charset="0"/>
                <a:cs typeface="Times New Roman" panose="02020603050405020304" pitchFamily="18" charset="0"/>
              </a:rPr>
              <a:t>Playwright Automation: </a:t>
            </a:r>
            <a:r>
              <a:rPr sz="950" b="0">
                <a:solidFill>
                  <a:srgbClr val="282C34"/>
                </a:solidFill>
                <a:latin typeface="Times New Roman" panose="02020603050405020304" pitchFamily="18" charset="0"/>
                <a:cs typeface="Times New Roman" panose="02020603050405020304" pitchFamily="18" charset="0"/>
              </a:rPr>
              <a:t>Dynamic portal navigation, search execution &amp; human-in-the-loop CAPTCHA.</a:t>
            </a:r>
          </a:p>
          <a:p>
            <a:pPr>
              <a:spcAft>
                <a:spcPts val="300"/>
              </a:spcAft>
            </a:pPr>
            <a:r>
              <a:rPr sz="950" b="1">
                <a:solidFill>
                  <a:srgbClr val="282C34"/>
                </a:solidFill>
                <a:latin typeface="Times New Roman" panose="02020603050405020304" pitchFamily="18" charset="0"/>
                <a:cs typeface="Times New Roman" panose="02020603050405020304" pitchFamily="18" charset="0"/>
              </a:rPr>
              <a:t>Multi-Section Parser: </a:t>
            </a:r>
            <a:r>
              <a:rPr sz="950" b="0">
                <a:solidFill>
                  <a:srgbClr val="282C34"/>
                </a:solidFill>
                <a:latin typeface="Times New Roman" panose="02020603050405020304" pitchFamily="18" charset="0"/>
                <a:cs typeface="Times New Roman" panose="02020603050405020304" pitchFamily="18" charset="0"/>
              </a:rPr>
              <a:t>Exhaustive extraction of case metadata, parties, acts, hearings &amp; orders.</a:t>
            </a:r>
          </a:p>
          <a:p>
            <a:pPr>
              <a:spcAft>
                <a:spcPts val="300"/>
              </a:spcAft>
            </a:pPr>
            <a:r>
              <a:rPr sz="950" b="1">
                <a:solidFill>
                  <a:srgbClr val="282C34"/>
                </a:solidFill>
                <a:latin typeface="Times New Roman" panose="02020603050405020304" pitchFamily="18" charset="0"/>
                <a:cs typeface="Times New Roman" panose="02020603050405020304" pitchFamily="18" charset="0"/>
              </a:rPr>
              <a:t>Daily Status Extraction: </a:t>
            </a:r>
            <a:r>
              <a:rPr sz="950" b="0">
                <a:solidFill>
                  <a:srgbClr val="282C34"/>
                </a:solidFill>
                <a:latin typeface="Times New Roman" panose="02020603050405020304" pitchFamily="18" charset="0"/>
                <a:cs typeface="Times New Roman" panose="02020603050405020304" pitchFamily="18" charset="0"/>
              </a:rPr>
              <a:t>Automated opening and scraping of every order hyperlink and business text.</a:t>
            </a:r>
          </a:p>
          <a:p>
            <a:pPr>
              <a:spcAft>
                <a:spcPts val="300"/>
              </a:spcAft>
            </a:pPr>
            <a:r>
              <a:rPr sz="950" b="1">
                <a:solidFill>
                  <a:srgbClr val="282C34"/>
                </a:solidFill>
                <a:latin typeface="Times New Roman" panose="02020603050405020304" pitchFamily="18" charset="0"/>
                <a:cs typeface="Times New Roman" panose="02020603050405020304" pitchFamily="18" charset="0"/>
              </a:rPr>
              <a:t>Benchmark Dataset: </a:t>
            </a:r>
            <a:r>
              <a:rPr sz="950" b="0">
                <a:solidFill>
                  <a:srgbClr val="282C34"/>
                </a:solidFill>
                <a:latin typeface="Times New Roman" panose="02020603050405020304" pitchFamily="18" charset="0"/>
                <a:cs typeface="Times New Roman" panose="02020603050405020304" pitchFamily="18" charset="0"/>
              </a:rPr>
              <a:t>Gold-standard 2010 Bengaluru City Civil Court EX dataset produced.</a:t>
            </a:r>
          </a:p>
        </p:txBody>
      </p:sp>
      <p:sp>
        <p:nvSpPr>
          <p:cNvPr id="5" name="Rounded Rectangle 4"/>
          <p:cNvSpPr/>
          <p:nvPr/>
        </p:nvSpPr>
        <p:spPr>
          <a:xfrm>
            <a:off x="3611880" y="2286000"/>
            <a:ext cx="2834640" cy="3931920"/>
          </a:xfrm>
          <a:prstGeom prst="round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200" b="1">
                <a:solidFill>
                  <a:srgbClr val="1565C0"/>
                </a:solidFill>
                <a:latin typeface="Trebuchet MS"/>
              </a:defRPr>
            </a:pPr>
            <a:r>
              <a:rPr>
                <a:latin typeface="Times New Roman" panose="02020603050405020304" pitchFamily="18" charset="0"/>
                <a:cs typeface="Times New Roman" panose="02020603050405020304" pitchFamily="18" charset="0"/>
              </a:rPr>
              <a:t>In Development</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[PROPOSED APP]</a:t>
            </a:r>
          </a:p>
          <a:p>
            <a:pPr>
              <a:spcAft>
                <a:spcPts val="300"/>
              </a:spcAft>
            </a:pPr>
            <a:r>
              <a:rPr sz="950" b="1">
                <a:solidFill>
                  <a:srgbClr val="282C34"/>
                </a:solidFill>
                <a:latin typeface="Times New Roman" panose="02020603050405020304" pitchFamily="18" charset="0"/>
                <a:cs typeface="Times New Roman" panose="02020603050405020304" pitchFamily="18" charset="0"/>
              </a:rPr>
              <a:t>Relational DB Modeling: </a:t>
            </a:r>
            <a:r>
              <a:rPr sz="950" b="0">
                <a:solidFill>
                  <a:srgbClr val="282C34"/>
                </a:solidFill>
                <a:latin typeface="Times New Roman" panose="02020603050405020304" pitchFamily="18" charset="0"/>
                <a:cs typeface="Times New Roman" panose="02020603050405020304" pitchFamily="18" charset="0"/>
              </a:rPr>
              <a:t>Structuring PostgreSQL / SQLite schema for indexed search.</a:t>
            </a:r>
          </a:p>
          <a:p>
            <a:pPr>
              <a:spcAft>
                <a:spcPts val="300"/>
              </a:spcAft>
            </a:pPr>
            <a:r>
              <a:rPr sz="950" b="1">
                <a:solidFill>
                  <a:srgbClr val="282C34"/>
                </a:solidFill>
                <a:latin typeface="Times New Roman" panose="02020603050405020304" pitchFamily="18" charset="0"/>
                <a:cs typeface="Times New Roman" panose="02020603050405020304" pitchFamily="18" charset="0"/>
              </a:rPr>
              <a:t>Researcher UI/UX: </a:t>
            </a:r>
            <a:r>
              <a:rPr sz="950" b="0">
                <a:solidFill>
                  <a:srgbClr val="282C34"/>
                </a:solidFill>
                <a:latin typeface="Times New Roman" panose="02020603050405020304" pitchFamily="18" charset="0"/>
                <a:cs typeface="Times New Roman" panose="02020603050405020304" pitchFamily="18" charset="0"/>
              </a:rPr>
              <a:t>Designing frontend with multi-parameter filter dropdowns and case tabs.</a:t>
            </a:r>
          </a:p>
          <a:p>
            <a:pPr>
              <a:spcAft>
                <a:spcPts val="300"/>
              </a:spcAft>
            </a:pPr>
            <a:r>
              <a:rPr sz="950" b="1">
                <a:solidFill>
                  <a:srgbClr val="282C34"/>
                </a:solidFill>
                <a:latin typeface="Times New Roman" panose="02020603050405020304" pitchFamily="18" charset="0"/>
                <a:cs typeface="Times New Roman" panose="02020603050405020304" pitchFamily="18" charset="0"/>
              </a:rPr>
              <a:t>Case Workspace Prototyping: </a:t>
            </a:r>
            <a:r>
              <a:rPr sz="950" b="0">
                <a:solidFill>
                  <a:srgbClr val="282C34"/>
                </a:solidFill>
                <a:latin typeface="Times New Roman" panose="02020603050405020304" pitchFamily="18" charset="0"/>
                <a:cs typeface="Times New Roman" panose="02020603050405020304" pitchFamily="18" charset="0"/>
              </a:rPr>
              <a:t>Building synchronized timeline viewer for hearing logs and daily orders.</a:t>
            </a:r>
          </a:p>
          <a:p>
            <a:pPr>
              <a:spcAft>
                <a:spcPts val="300"/>
              </a:spcAft>
            </a:pPr>
            <a:r>
              <a:rPr sz="950" b="1">
                <a:solidFill>
                  <a:srgbClr val="282C34"/>
                </a:solidFill>
                <a:latin typeface="Times New Roman" panose="02020603050405020304" pitchFamily="18" charset="0"/>
                <a:cs typeface="Times New Roman" panose="02020603050405020304" pitchFamily="18" charset="0"/>
              </a:rPr>
              <a:t>Scaling Pipeline: </a:t>
            </a:r>
            <a:r>
              <a:rPr sz="950" b="0">
                <a:solidFill>
                  <a:srgbClr val="282C34"/>
                </a:solidFill>
                <a:latin typeface="Times New Roman" panose="02020603050405020304" pitchFamily="18" charset="0"/>
                <a:cs typeface="Times New Roman" panose="02020603050405020304" pitchFamily="18" charset="0"/>
              </a:rPr>
              <a:t>Scaling extraction from 2010 to 2023–2025 datasets.</a:t>
            </a:r>
          </a:p>
        </p:txBody>
      </p:sp>
      <p:sp>
        <p:nvSpPr>
          <p:cNvPr id="6" name="Rounded Rectangle 5"/>
          <p:cNvSpPr/>
          <p:nvPr/>
        </p:nvSpPr>
        <p:spPr>
          <a:xfrm>
            <a:off x="6675120" y="2286000"/>
            <a:ext cx="2834640" cy="3931920"/>
          </a:xfrm>
          <a:prstGeom prst="roundRect">
            <a:avLst/>
          </a:prstGeom>
          <a:solidFill>
            <a:srgbClr val="F3E5F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109728" rtlCol="0" anchor="ctr"/>
          <a:lstStyle/>
          <a:p>
            <a:pPr algn="ctr">
              <a:spcAft>
                <a:spcPts val="400"/>
              </a:spcAft>
              <a:defRPr sz="1200" b="1">
                <a:solidFill>
                  <a:srgbClr val="7B1FA2"/>
                </a:solidFill>
                <a:latin typeface="Trebuchet MS"/>
              </a:defRPr>
            </a:pPr>
            <a:r>
              <a:rPr>
                <a:latin typeface="Times New Roman" panose="02020603050405020304" pitchFamily="18" charset="0"/>
                <a:cs typeface="Times New Roman" panose="02020603050405020304" pitchFamily="18" charset="0"/>
              </a:rPr>
              <a:t>Future Scope</a:t>
            </a:r>
            <a:br>
              <a:rPr>
                <a:latin typeface="Times New Roman" panose="02020603050405020304" pitchFamily="18" charset="0"/>
                <a:cs typeface="Times New Roman" panose="02020603050405020304" pitchFamily="18" charset="0"/>
              </a:rPr>
            </a:br>
            <a:r>
              <a:rPr>
                <a:latin typeface="Times New Roman" panose="02020603050405020304" pitchFamily="18" charset="0"/>
                <a:cs typeface="Times New Roman" panose="02020603050405020304" pitchFamily="18" charset="0"/>
              </a:rPr>
              <a:t>[ROADMAP]</a:t>
            </a:r>
          </a:p>
          <a:p>
            <a:pPr>
              <a:spcAft>
                <a:spcPts val="300"/>
              </a:spcAft>
            </a:pPr>
            <a:r>
              <a:rPr sz="950" b="1">
                <a:solidFill>
                  <a:srgbClr val="282C34"/>
                </a:solidFill>
                <a:latin typeface="Times New Roman" panose="02020603050405020304" pitchFamily="18" charset="0"/>
                <a:cs typeface="Times New Roman" panose="02020603050405020304" pitchFamily="18" charset="0"/>
              </a:rPr>
              <a:t>AI/ML Judicial Analytics: </a:t>
            </a:r>
            <a:r>
              <a:rPr sz="950" b="0">
                <a:solidFill>
                  <a:srgbClr val="282C34"/>
                </a:solidFill>
                <a:latin typeface="Times New Roman" panose="02020603050405020304" pitchFamily="18" charset="0"/>
                <a:cs typeface="Times New Roman" panose="02020603050405020304" pitchFamily="18" charset="0"/>
              </a:rPr>
              <a:t>Case similarity clustering and pendency bottleneck modeling.</a:t>
            </a:r>
          </a:p>
          <a:p>
            <a:pPr>
              <a:spcAft>
                <a:spcPts val="300"/>
              </a:spcAft>
            </a:pPr>
            <a:r>
              <a:rPr sz="950" b="1">
                <a:solidFill>
                  <a:srgbClr val="282C34"/>
                </a:solidFill>
                <a:latin typeface="Times New Roman" panose="02020603050405020304" pitchFamily="18" charset="0"/>
                <a:cs typeface="Times New Roman" panose="02020603050405020304" pitchFamily="18" charset="0"/>
              </a:rPr>
              <a:t>Priority Queue Engine: </a:t>
            </a:r>
            <a:r>
              <a:rPr sz="950" b="0">
                <a:solidFill>
                  <a:srgbClr val="282C34"/>
                </a:solidFill>
                <a:latin typeface="Times New Roman" panose="02020603050405020304" pitchFamily="18" charset="0"/>
                <a:cs typeface="Times New Roman" panose="02020603050405020304" pitchFamily="18" charset="0"/>
              </a:rPr>
              <a:t>Decision-support scoring for researcher cohort prioritization.</a:t>
            </a:r>
          </a:p>
          <a:p>
            <a:pPr>
              <a:spcAft>
                <a:spcPts val="300"/>
              </a:spcAft>
            </a:pPr>
            <a:r>
              <a:rPr sz="950" b="1">
                <a:solidFill>
                  <a:srgbClr val="282C34"/>
                </a:solidFill>
                <a:latin typeface="Times New Roman" panose="02020603050405020304" pitchFamily="18" charset="0"/>
                <a:cs typeface="Times New Roman" panose="02020603050405020304" pitchFamily="18" charset="0"/>
              </a:rPr>
              <a:t>Semantic Search: </a:t>
            </a:r>
            <a:r>
              <a:rPr sz="950" b="0">
                <a:solidFill>
                  <a:srgbClr val="282C34"/>
                </a:solidFill>
                <a:latin typeface="Times New Roman" panose="02020603050405020304" pitchFamily="18" charset="0"/>
                <a:cs typeface="Times New Roman" panose="02020603050405020304" pitchFamily="18" charset="0"/>
              </a:rPr>
              <a:t>Vector embeddings for full-text querying across judicial business notes.</a:t>
            </a:r>
          </a:p>
          <a:p>
            <a:pPr>
              <a:spcAft>
                <a:spcPts val="300"/>
              </a:spcAft>
            </a:pPr>
            <a:r>
              <a:rPr sz="950" b="1">
                <a:solidFill>
                  <a:srgbClr val="282C34"/>
                </a:solidFill>
                <a:latin typeface="Times New Roman" panose="02020603050405020304" pitchFamily="18" charset="0"/>
                <a:cs typeface="Times New Roman" panose="02020603050405020304" pitchFamily="18" charset="0"/>
              </a:rPr>
              <a:t>Multi-Court Expansion: </a:t>
            </a:r>
            <a:r>
              <a:rPr sz="950" b="0">
                <a:solidFill>
                  <a:srgbClr val="282C34"/>
                </a:solidFill>
                <a:latin typeface="Times New Roman" panose="02020603050405020304" pitchFamily="18" charset="0"/>
                <a:cs typeface="Times New Roman" panose="02020603050405020304" pitchFamily="18" charset="0"/>
              </a:rPr>
              <a:t>Scaling pipeline across South Indian district and High Courts.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4229F-2DA7-F113-2FE7-609F338DFA60}"/>
              </a:ext>
            </a:extLst>
          </p:cNvPr>
          <p:cNvSpPr>
            <a:spLocks noGrp="1"/>
          </p:cNvSpPr>
          <p:nvPr>
            <p:ph type="title"/>
          </p:nvPr>
        </p:nvSpPr>
        <p:spPr>
          <a:xfrm>
            <a:off x="2155698" y="1406093"/>
            <a:ext cx="5747003" cy="453970"/>
          </a:xfrm>
        </p:spPr>
        <p:txBody>
          <a:bodyPr/>
          <a:lstStyle/>
          <a:p>
            <a:r>
              <a:rPr lang="en-IN" dirty="0"/>
              <a:t>GEOTAG  PHOTOS</a:t>
            </a:r>
          </a:p>
        </p:txBody>
      </p:sp>
      <p:sp>
        <p:nvSpPr>
          <p:cNvPr id="3" name="TextBox 2">
            <a:extLst>
              <a:ext uri="{FF2B5EF4-FFF2-40B4-BE49-F238E27FC236}">
                <a16:creationId xmlns:a16="http://schemas.microsoft.com/office/drawing/2014/main" id="{53D8AAB5-4ADB-D3DD-AFA3-55988D402325}"/>
              </a:ext>
            </a:extLst>
          </p:cNvPr>
          <p:cNvSpPr txBox="1"/>
          <p:nvPr/>
        </p:nvSpPr>
        <p:spPr>
          <a:xfrm>
            <a:off x="1922318" y="3252355"/>
            <a:ext cx="184731" cy="369332"/>
          </a:xfrm>
          <a:prstGeom prst="rect">
            <a:avLst/>
          </a:prstGeom>
          <a:noFill/>
        </p:spPr>
        <p:txBody>
          <a:bodyPr wrap="none" rtlCol="0">
            <a:spAutoFit/>
          </a:bodyPr>
          <a:lstStyle/>
          <a:p>
            <a:endParaRPr lang="en-IN"/>
          </a:p>
        </p:txBody>
      </p:sp>
      <p:pic>
        <p:nvPicPr>
          <p:cNvPr id="9" name="Picture 8">
            <a:extLst>
              <a:ext uri="{FF2B5EF4-FFF2-40B4-BE49-F238E27FC236}">
                <a16:creationId xmlns:a16="http://schemas.microsoft.com/office/drawing/2014/main" id="{C47C6467-A889-605B-4100-745336E0C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498" y="1877381"/>
            <a:ext cx="3864102" cy="4267200"/>
          </a:xfrm>
          <a:prstGeom prst="rect">
            <a:avLst/>
          </a:prstGeom>
        </p:spPr>
      </p:pic>
      <p:pic>
        <p:nvPicPr>
          <p:cNvPr id="11" name="Picture 10">
            <a:extLst>
              <a:ext uri="{FF2B5EF4-FFF2-40B4-BE49-F238E27FC236}">
                <a16:creationId xmlns:a16="http://schemas.microsoft.com/office/drawing/2014/main" id="{A03F1452-1102-4F4A-9045-EE81E1A2A3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2209800"/>
            <a:ext cx="4966975" cy="3725231"/>
          </a:xfrm>
          <a:prstGeom prst="rect">
            <a:avLst/>
          </a:prstGeom>
        </p:spPr>
      </p:pic>
    </p:spTree>
    <p:extLst>
      <p:ext uri="{BB962C8B-B14F-4D97-AF65-F5344CB8AC3E}">
        <p14:creationId xmlns:p14="http://schemas.microsoft.com/office/powerpoint/2010/main" val="214899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5F82E-3347-C5C8-FC4A-EADAD8691970}"/>
              </a:ext>
            </a:extLst>
          </p:cNvPr>
          <p:cNvSpPr>
            <a:spLocks noGrp="1"/>
          </p:cNvSpPr>
          <p:nvPr>
            <p:ph type="title"/>
          </p:nvPr>
        </p:nvSpPr>
        <p:spPr>
          <a:xfrm>
            <a:off x="2155698" y="1406093"/>
            <a:ext cx="5747003" cy="453970"/>
          </a:xfrm>
        </p:spPr>
        <p:txBody>
          <a:bodyPr/>
          <a:lstStyle/>
          <a:p>
            <a:r>
              <a:rPr lang="en-IN" dirty="0"/>
              <a:t>GEOTAG  PHOTOS</a:t>
            </a:r>
          </a:p>
        </p:txBody>
      </p:sp>
      <p:pic>
        <p:nvPicPr>
          <p:cNvPr id="4" name="Picture 3">
            <a:extLst>
              <a:ext uri="{FF2B5EF4-FFF2-40B4-BE49-F238E27FC236}">
                <a16:creationId xmlns:a16="http://schemas.microsoft.com/office/drawing/2014/main" id="{2E2BCE44-F4FE-50CD-0DB7-949A232EA2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27" y="2034931"/>
            <a:ext cx="4936716" cy="3702537"/>
          </a:xfrm>
          <a:prstGeom prst="rect">
            <a:avLst/>
          </a:prstGeom>
        </p:spPr>
      </p:pic>
      <p:pic>
        <p:nvPicPr>
          <p:cNvPr id="6" name="Picture 5">
            <a:extLst>
              <a:ext uri="{FF2B5EF4-FFF2-40B4-BE49-F238E27FC236}">
                <a16:creationId xmlns:a16="http://schemas.microsoft.com/office/drawing/2014/main" id="{4C7B6E03-5736-F3F9-877F-2428FD3ECF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0468" y="2034931"/>
            <a:ext cx="4936716" cy="3702537"/>
          </a:xfrm>
          <a:prstGeom prst="rect">
            <a:avLst/>
          </a:prstGeom>
        </p:spPr>
      </p:pic>
    </p:spTree>
    <p:extLst>
      <p:ext uri="{BB962C8B-B14F-4D97-AF65-F5344CB8AC3E}">
        <p14:creationId xmlns:p14="http://schemas.microsoft.com/office/powerpoint/2010/main" val="3507908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09444"/>
            <a:ext cx="8549640" cy="800219"/>
          </a:xfrm>
        </p:spPr>
        <p:txBody>
          <a:bodyPr/>
          <a:lstStyle/>
          <a:p>
            <a:pPr algn="ctr">
              <a:defRPr sz="3600" b="1">
                <a:solidFill>
                  <a:srgbClr val="0F2043"/>
                </a:solidFill>
                <a:latin typeface="Times New Roman"/>
              </a:defRPr>
            </a:pPr>
            <a:r>
              <a:rPr>
                <a:latin typeface="Times New Roman" panose="02020603050405020304" pitchFamily="18" charset="0"/>
                <a:cs typeface="Times New Roman" panose="02020603050405020304" pitchFamily="18" charset="0"/>
              </a:rPr>
              <a:t>CONCLUSION &amp; THANK YOU</a:t>
            </a:r>
          </a:p>
          <a:p>
            <a:pPr algn="ctr">
              <a:defRPr sz="1600" b="1">
                <a:solidFill>
                  <a:srgbClr val="1C3666"/>
                </a:solidFill>
                <a:latin typeface="Trebuchet MS"/>
              </a:defRPr>
            </a:pPr>
            <a:r>
              <a:rPr>
                <a:latin typeface="Times New Roman" panose="02020603050405020304" pitchFamily="18" charset="0"/>
                <a:cs typeface="Times New Roman" panose="02020603050405020304" pitchFamily="18" charset="0"/>
              </a:rPr>
              <a:t>DAKSH — Judicial Research and Court-Case Information Platform</a:t>
            </a:r>
          </a:p>
        </p:txBody>
      </p:sp>
      <p:sp>
        <p:nvSpPr>
          <p:cNvPr id="3" name="Subtitle 2"/>
          <p:cNvSpPr>
            <a:spLocks noGrp="1"/>
          </p:cNvSpPr>
          <p:nvPr>
            <p:ph type="subTitle" idx="4"/>
          </p:nvPr>
        </p:nvSpPr>
        <p:spPr>
          <a:xfrm>
            <a:off x="1508760" y="4352544"/>
            <a:ext cx="7040880" cy="692497"/>
          </a:xfrm>
        </p:spPr>
        <p:txBody>
          <a:bodyPr/>
          <a:lstStyle/>
          <a:p>
            <a:pPr algn="ctr">
              <a:defRPr sz="1300" i="1">
                <a:solidFill>
                  <a:srgbClr val="0F2043"/>
                </a:solidFill>
                <a:latin typeface="Georgia"/>
              </a:defRPr>
            </a:pPr>
            <a:r>
              <a:rPr>
                <a:latin typeface="Times New Roman" panose="02020603050405020304" pitchFamily="18" charset="0"/>
                <a:cs typeface="Times New Roman" panose="02020603050405020304" pitchFamily="18" charset="0"/>
              </a:rPr>
              <a:t>Transforming Court Information into Empirical Judicial Intelligence</a:t>
            </a:r>
          </a:p>
          <a:p>
            <a:pPr algn="ctr">
              <a:defRPr sz="1150" b="1">
                <a:solidFill>
                  <a:srgbClr val="1C3666"/>
                </a:solidFill>
                <a:latin typeface="Tahoma"/>
              </a:defRPr>
            </a:pPr>
            <a:r>
              <a:rPr>
                <a:latin typeface="Times New Roman" panose="02020603050405020304" pitchFamily="18" charset="0"/>
                <a:cs typeface="Times New Roman" panose="02020603050405020304" pitchFamily="18" charset="0"/>
              </a:rPr>
              <a:t>Service Learning Project in Collaboration with DAKSH, Bengaluru</a:t>
            </a:r>
          </a:p>
          <a:p>
            <a:pPr algn="ctr">
              <a:defRPr sz="1050">
                <a:solidFill>
                  <a:srgbClr val="282C34"/>
                </a:solidFill>
                <a:latin typeface="Tahoma"/>
              </a:defRPr>
            </a:pPr>
            <a:r>
              <a:rPr>
                <a:latin typeface="Times New Roman" panose="02020603050405020304" pitchFamily="18" charset="0"/>
                <a:cs typeface="Times New Roman" panose="02020603050405020304" pitchFamily="18" charset="0"/>
              </a:rPr>
              <a:t>Team: Mishael Julian | Steven Mathew | Julius Thomas | Abhishan Francis | Rahul Prakash (5BTCS AIML A)</a:t>
            </a:r>
          </a:p>
          <a:p>
            <a:pPr algn="ctr">
              <a:defRPr sz="1000">
                <a:solidFill>
                  <a:srgbClr val="646E7D"/>
                </a:solidFill>
                <a:latin typeface="Tahoma"/>
              </a:defRPr>
            </a:pPr>
            <a:r>
              <a:rPr>
                <a:latin typeface="Times New Roman" panose="02020603050405020304" pitchFamily="18" charset="0"/>
                <a:cs typeface="Times New Roman" panose="02020603050405020304" pitchFamily="18" charset="0"/>
              </a:rPr>
              <a:t>Department of Computer Science and Engineering | CHRIST (Deemed to be University), Bengaluru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TotalTime>
  <Words>2471</Words>
  <Application>Microsoft Office PowerPoint</Application>
  <PresentationFormat>Custom</PresentationFormat>
  <Paragraphs>184</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Cambria</vt:lpstr>
      <vt:lpstr>Times New Roman</vt:lpstr>
      <vt:lpstr>Trebuchet MS</vt:lpstr>
      <vt:lpstr>Office Theme</vt:lpstr>
      <vt:lpstr>SERVICE LEARNING DAKSH Judicial Research and Court-Case Information Platform Structured Court Data, Searchable Research &amp; Intelligent Analytics</vt:lpstr>
      <vt:lpstr>ABSTRACT</vt:lpstr>
      <vt:lpstr>COMMUNITY PROFILE &amp; PROBLEMS FACED</vt:lpstr>
      <vt:lpstr>CONFIRMATION LETTER</vt:lpstr>
      <vt:lpstr>NEED ANALYSIS</vt:lpstr>
      <vt:lpstr>IMPACT IF THE PROBLEM REMAINS UNSOLVED</vt:lpstr>
      <vt:lpstr>PROBLEM STATEMENT</vt:lpstr>
      <vt:lpstr>PROJECT OBJECTIVES</vt:lpstr>
      <vt:lpstr>PROPOSED SYSTEM ARCHITECTURE</vt:lpstr>
      <vt:lpstr>DATA ACQUISITION LAYER</vt:lpstr>
      <vt:lpstr>STRUCTURED DATABASE &amp; INFORMATION MODEL</vt:lpstr>
      <vt:lpstr>PROPOSED RESEARCHER UI/UX WORKSPACE</vt:lpstr>
      <vt:lpstr>RESEARCHER USER JOURNEY</vt:lpstr>
      <vt:lpstr>FUTURE SCOPE: ANALYTICS &amp; PRIORITIZATION</vt:lpstr>
      <vt:lpstr>TECHNICAL EVIDENCE &amp; CURRENT STATUS</vt:lpstr>
      <vt:lpstr>GEOTAG  PHOTOS</vt:lpstr>
      <vt:lpstr>GEOTAG  PHOTOS</vt:lpstr>
      <vt:lpstr>CONCLUSION &amp; THANK YOU DAKSH — Judicial Research and Court-Case Information Platform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Mishael Julian</cp:lastModifiedBy>
  <cp:revision>1</cp:revision>
  <dcterms:created xsi:type="dcterms:W3CDTF">2026-09-10T17:57:02Z</dcterms:created>
  <dcterms:modified xsi:type="dcterms:W3CDTF">2026-09-10T18:57:34Z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2026-09-10T00:00:00Z</vt:filetime>
  </property>
  <property fmtid="{D5CDD505-2E9C-101B-9397-08002B2CF9AE}" pid="4" name="LastSaved">
    <vt:filetime>2026-09-10T00:00:00Z</vt:filetime>
  </property>
  <property fmtid="{D5CDD505-2E9C-101B-9397-08002B2CF9AE}" pid="5" name="Producer">
    <vt:lpwstr>iLovePDF</vt:lpwstr>
  </property>
</Properties>
</file>